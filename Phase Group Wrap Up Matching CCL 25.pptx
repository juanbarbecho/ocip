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3" r:id="rId4"/>
  </p:sldMasterIdLst>
  <p:notesMasterIdLst>
    <p:notesMasterId r:id="rId14"/>
  </p:notesMasterIdLst>
  <p:sldIdLst>
    <p:sldId id="256" r:id="rId5"/>
    <p:sldId id="272" r:id="rId6"/>
    <p:sldId id="271" r:id="rId7"/>
    <p:sldId id="270" r:id="rId8"/>
    <p:sldId id="259" r:id="rId9"/>
    <p:sldId id="261" r:id="rId10"/>
    <p:sldId id="267" r:id="rId11"/>
    <p:sldId id="265" r:id="rId12"/>
    <p:sldId id="266" r:id="rId13"/>
  </p:sldIdLst>
  <p:sldSz cx="9144000" cy="5143500" type="screen16x9"/>
  <p:notesSz cx="6858000" cy="9144000"/>
  <p:embeddedFontLst>
    <p:embeddedFont>
      <p:font typeface="Avenir Next LT Pro" panose="020B0504020202020204" pitchFamily="34" charset="0"/>
      <p:regular r:id="rId15"/>
      <p:bold r:id="rId16"/>
      <p:italic r:id="rId17"/>
      <p:boldItalic r:id="rId18"/>
    </p:embeddedFont>
    <p:embeddedFont>
      <p:font typeface="Avenir Next LT Pro Light" panose="020B0304020202020204" pitchFamily="34" charset="0"/>
      <p:regular r:id="rId19"/>
      <p:italic r:id="rId20"/>
    </p:embeddedFont>
    <p:embeddedFont>
      <p:font typeface="Roboto" panose="020000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041071-775B-3B55-5175-C23D35BA3A8C}" name="Jaquelyn Abo Trabi El Awar" initials="" userId="S::jaquelyn.abotrabielawar77@login.cuny.edu::8d986f25-9153-4d97-a4d8-94caa33936b3" providerId="AD"/>
  <p188:author id="{4981E882-0AD4-25F2-A33D-CBE1E72B35AC}" name="Allison Griffin" initials="AG" userId="S::allison.griffin49@login.cuny.edu::60d39a53-c014-4b1a-a11b-98b356a3db2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C07211-454F-AAE6-A7C4-CF9F07BE4836}" v="57" dt="2025-11-10T14:36:21.846"/>
  </p1510:revLst>
</p1510:revInfo>
</file>

<file path=ppt/tableStyles.xml><?xml version="1.0" encoding="utf-8"?>
<a:tblStyleLst xmlns:a="http://schemas.openxmlformats.org/drawingml/2006/main" def="{5632C4EF-2FF2-471A-BCC1-F91288FFDF5A}">
  <a:tblStyle styleId="{5632C4EF-2FF2-471A-BCC1-F91288FFDF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cuny907.sharepoint.com/sites/CareerLaunch/Shared%20Documents/Spring%20Forward%20-%20Career%20Launch/Phase%20Group%20Wrap-Ups/Phase%20Group%20Wrap%20Up%20Matching%20CCL%2025_ColumnStacke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Walkthrough Attendence - % of Enrolled Students</c:v>
                </c:pt>
              </c:strCache>
            </c:strRef>
          </c:tx>
          <c:spPr>
            <a:solidFill>
              <a:srgbClr val="F2CEEF"/>
            </a:solidFill>
            <a:ln>
              <a:solidFill>
                <a:srgbClr val="FFFFFF"/>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CSF '25</c:v>
                </c:pt>
                <c:pt idx="1">
                  <c:v>CCL '25</c:v>
                </c:pt>
              </c:strCache>
            </c:strRef>
          </c:cat>
          <c:val>
            <c:numRef>
              <c:f>Sheet1!$B$2:$B$3</c:f>
              <c:numCache>
                <c:formatCode>0%</c:formatCode>
                <c:ptCount val="2"/>
                <c:pt idx="0">
                  <c:v>0.4</c:v>
                </c:pt>
                <c:pt idx="1">
                  <c:v>0.7</c:v>
                </c:pt>
              </c:numCache>
            </c:numRef>
          </c:val>
          <c:extLst>
            <c:ext xmlns:c16="http://schemas.microsoft.com/office/drawing/2014/chart" uri="{C3380CC4-5D6E-409C-BE32-E72D297353CC}">
              <c16:uniqueId val="{00000000-9233-4883-931A-C8F502760438}"/>
            </c:ext>
          </c:extLst>
        </c:ser>
        <c:dLbls>
          <c:showLegendKey val="0"/>
          <c:showVal val="0"/>
          <c:showCatName val="0"/>
          <c:showSerName val="0"/>
          <c:showPercent val="0"/>
          <c:showBubbleSize val="0"/>
        </c:dLbls>
        <c:gapWidth val="150"/>
        <c:overlap val="100"/>
        <c:axId val="812451503"/>
        <c:axId val="812449583"/>
      </c:barChart>
      <c:catAx>
        <c:axId val="812451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12449583"/>
        <c:crosses val="autoZero"/>
        <c:auto val="1"/>
        <c:lblAlgn val="ctr"/>
        <c:lblOffset val="100"/>
        <c:noMultiLvlLbl val="0"/>
      </c:catAx>
      <c:valAx>
        <c:axId val="81244958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12451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352EDF-38AC-4FCB-BD8B-379AEC63972A}"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5219989F-6DCD-491F-93A2-CC01BAC95F44}">
      <dgm:prSet/>
      <dgm:spPr/>
      <dgm:t>
        <a:bodyPr/>
        <a:lstStyle/>
        <a:p>
          <a:pPr rtl="0">
            <a:lnSpc>
              <a:spcPct val="100000"/>
            </a:lnSpc>
          </a:pPr>
          <a:r>
            <a:rPr lang="en-US"/>
            <a:t>Goals </a:t>
          </a:r>
        </a:p>
      </dgm:t>
    </dgm:pt>
    <dgm:pt modelId="{FAD3A875-E4AB-4343-BEB1-7F223D1BF8EF}" type="parTrans" cxnId="{93CE71C6-64A1-4595-BA14-6BCE7980525B}">
      <dgm:prSet/>
      <dgm:spPr/>
      <dgm:t>
        <a:bodyPr/>
        <a:lstStyle/>
        <a:p>
          <a:endParaRPr lang="en-US"/>
        </a:p>
      </dgm:t>
    </dgm:pt>
    <dgm:pt modelId="{777D4BBD-53D2-4235-953D-E075B0218E40}" type="sibTrans" cxnId="{93CE71C6-64A1-4595-BA14-6BCE7980525B}">
      <dgm:prSet/>
      <dgm:spPr/>
      <dgm:t>
        <a:bodyPr/>
        <a:lstStyle/>
        <a:p>
          <a:endParaRPr lang="en-US"/>
        </a:p>
      </dgm:t>
    </dgm:pt>
    <dgm:pt modelId="{4BBB530D-F126-44BB-9420-00AE5D64604C}">
      <dgm:prSet phldr="0"/>
      <dgm:spPr/>
      <dgm:t>
        <a:bodyPr/>
        <a:lstStyle/>
        <a:p>
          <a:pPr rtl="0">
            <a:lnSpc>
              <a:spcPct val="100000"/>
            </a:lnSpc>
          </a:pPr>
          <a:r>
            <a:rPr lang="en-US">
              <a:latin typeface="Avenir Next LT Pro"/>
            </a:rPr>
            <a:t>Phase Recap</a:t>
          </a:r>
          <a:endParaRPr lang="en-US"/>
        </a:p>
      </dgm:t>
    </dgm:pt>
    <dgm:pt modelId="{5F34B8C3-BCD8-4EFA-9404-0C39F7D8F88B}" type="parTrans" cxnId="{57395790-9EC5-44F8-9337-17BA2CA755B6}">
      <dgm:prSet/>
      <dgm:spPr/>
      <dgm:t>
        <a:bodyPr/>
        <a:lstStyle/>
        <a:p>
          <a:endParaRPr lang="en-US"/>
        </a:p>
      </dgm:t>
    </dgm:pt>
    <dgm:pt modelId="{ADD902BE-879E-4814-8549-4A4E66016472}" type="sibTrans" cxnId="{57395790-9EC5-44F8-9337-17BA2CA755B6}">
      <dgm:prSet/>
      <dgm:spPr/>
      <dgm:t>
        <a:bodyPr/>
        <a:lstStyle/>
        <a:p>
          <a:endParaRPr lang="en-US"/>
        </a:p>
      </dgm:t>
    </dgm:pt>
    <dgm:pt modelId="{251E643E-C2E8-492C-A2DA-2739B0347DF7}">
      <dgm:prSet/>
      <dgm:spPr/>
      <dgm:t>
        <a:bodyPr/>
        <a:lstStyle/>
        <a:p>
          <a:pPr>
            <a:lnSpc>
              <a:spcPct val="100000"/>
            </a:lnSpc>
          </a:pPr>
          <a:r>
            <a:rPr lang="en-US"/>
            <a:t>Data </a:t>
          </a:r>
          <a:r>
            <a:rPr lang="en-US">
              <a:latin typeface="Avenir Next LT Pro"/>
            </a:rPr>
            <a:t>Highlights</a:t>
          </a:r>
          <a:endParaRPr lang="en-US"/>
        </a:p>
      </dgm:t>
    </dgm:pt>
    <dgm:pt modelId="{46CA9F2A-7702-4449-8A85-78831D86C525}" type="parTrans" cxnId="{36AE51B8-8242-4F61-AC56-23A07D3F2F30}">
      <dgm:prSet/>
      <dgm:spPr/>
      <dgm:t>
        <a:bodyPr/>
        <a:lstStyle/>
        <a:p>
          <a:endParaRPr lang="en-US"/>
        </a:p>
      </dgm:t>
    </dgm:pt>
    <dgm:pt modelId="{165E8DEB-866C-46B2-9024-165C46DA5D8B}" type="sibTrans" cxnId="{36AE51B8-8242-4F61-AC56-23A07D3F2F30}">
      <dgm:prSet/>
      <dgm:spPr/>
      <dgm:t>
        <a:bodyPr/>
        <a:lstStyle/>
        <a:p>
          <a:endParaRPr lang="en-US"/>
        </a:p>
      </dgm:t>
    </dgm:pt>
    <dgm:pt modelId="{CC902439-65D5-45B3-8399-E2B4A516C341}">
      <dgm:prSet/>
      <dgm:spPr/>
      <dgm:t>
        <a:bodyPr/>
        <a:lstStyle/>
        <a:p>
          <a:pPr rtl="0">
            <a:lnSpc>
              <a:spcPct val="100000"/>
            </a:lnSpc>
          </a:pPr>
          <a:r>
            <a:rPr lang="en-US">
              <a:latin typeface="Avenir Next LT Pro"/>
            </a:rPr>
            <a:t>Lessons Learned</a:t>
          </a:r>
          <a:endParaRPr lang="en-US"/>
        </a:p>
      </dgm:t>
    </dgm:pt>
    <dgm:pt modelId="{6683278F-C3F0-431A-84BF-338D0953143D}" type="parTrans" cxnId="{339D77F7-D7C7-4BF4-84F8-4775F6590200}">
      <dgm:prSet/>
      <dgm:spPr/>
      <dgm:t>
        <a:bodyPr/>
        <a:lstStyle/>
        <a:p>
          <a:endParaRPr lang="en-US"/>
        </a:p>
      </dgm:t>
    </dgm:pt>
    <dgm:pt modelId="{D88906C4-6BCB-474F-AF29-D3714E4C6D4F}" type="sibTrans" cxnId="{339D77F7-D7C7-4BF4-84F8-4775F6590200}">
      <dgm:prSet/>
      <dgm:spPr/>
      <dgm:t>
        <a:bodyPr/>
        <a:lstStyle/>
        <a:p>
          <a:endParaRPr lang="en-US"/>
        </a:p>
      </dgm:t>
    </dgm:pt>
    <dgm:pt modelId="{AF814173-B3BE-49CF-B69A-EFD975154D58}">
      <dgm:prSet/>
      <dgm:spPr/>
      <dgm:t>
        <a:bodyPr/>
        <a:lstStyle/>
        <a:p>
          <a:pPr>
            <a:lnSpc>
              <a:spcPct val="100000"/>
            </a:lnSpc>
          </a:pPr>
          <a:r>
            <a:rPr lang="en-US"/>
            <a:t>Recommendations for Next Time</a:t>
          </a:r>
        </a:p>
      </dgm:t>
    </dgm:pt>
    <dgm:pt modelId="{FEAF837D-EE18-4050-96E8-ECC8A8D3EDDA}" type="parTrans" cxnId="{8EB51B6B-2B8A-4611-8259-DA25B83D0F52}">
      <dgm:prSet/>
      <dgm:spPr/>
      <dgm:t>
        <a:bodyPr/>
        <a:lstStyle/>
        <a:p>
          <a:endParaRPr lang="en-US"/>
        </a:p>
      </dgm:t>
    </dgm:pt>
    <dgm:pt modelId="{8FE17476-8990-4EC1-8889-A4FA130096DF}" type="sibTrans" cxnId="{8EB51B6B-2B8A-4611-8259-DA25B83D0F52}">
      <dgm:prSet/>
      <dgm:spPr/>
      <dgm:t>
        <a:bodyPr/>
        <a:lstStyle/>
        <a:p>
          <a:endParaRPr lang="en-US"/>
        </a:p>
      </dgm:t>
    </dgm:pt>
    <dgm:pt modelId="{2DD86A85-44EA-4D8B-BA41-5FCF76367944}" type="pres">
      <dgm:prSet presAssocID="{B3352EDF-38AC-4FCB-BD8B-379AEC63972A}" presName="root" presStyleCnt="0">
        <dgm:presLayoutVars>
          <dgm:dir/>
          <dgm:resizeHandles val="exact"/>
        </dgm:presLayoutVars>
      </dgm:prSet>
      <dgm:spPr/>
    </dgm:pt>
    <dgm:pt modelId="{8B4628A5-C919-4155-8A72-6B8CB1B72F20}" type="pres">
      <dgm:prSet presAssocID="{5219989F-6DCD-491F-93A2-CC01BAC95F44}" presName="compNode" presStyleCnt="0"/>
      <dgm:spPr/>
    </dgm:pt>
    <dgm:pt modelId="{024D8023-8BCC-4399-B29F-3E6605E69EDB}" type="pres">
      <dgm:prSet presAssocID="{5219989F-6DCD-491F-93A2-CC01BAC95F44}" presName="bgRect" presStyleLbl="bgShp" presStyleIdx="0" presStyleCnt="5"/>
      <dgm:spPr/>
    </dgm:pt>
    <dgm:pt modelId="{932D2F63-2D44-41FD-A608-C4F10C21FF45}" type="pres">
      <dgm:prSet presAssocID="{5219989F-6DCD-491F-93A2-CC01BAC95F4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17381360-FDFD-4AF6-A5C3-5D053C036AB7}" type="pres">
      <dgm:prSet presAssocID="{5219989F-6DCD-491F-93A2-CC01BAC95F44}" presName="spaceRect" presStyleCnt="0"/>
      <dgm:spPr/>
    </dgm:pt>
    <dgm:pt modelId="{3507CE8C-97EB-4628-A262-041B7CD74E07}" type="pres">
      <dgm:prSet presAssocID="{5219989F-6DCD-491F-93A2-CC01BAC95F44}" presName="parTx" presStyleLbl="revTx" presStyleIdx="0" presStyleCnt="5">
        <dgm:presLayoutVars>
          <dgm:chMax val="0"/>
          <dgm:chPref val="0"/>
        </dgm:presLayoutVars>
      </dgm:prSet>
      <dgm:spPr/>
    </dgm:pt>
    <dgm:pt modelId="{BE4EEB53-AC66-4951-8366-93C0183323F0}" type="pres">
      <dgm:prSet presAssocID="{777D4BBD-53D2-4235-953D-E075B0218E40}" presName="sibTrans" presStyleCnt="0"/>
      <dgm:spPr/>
    </dgm:pt>
    <dgm:pt modelId="{93D508E4-977A-4558-B4E2-B941020E8FC5}" type="pres">
      <dgm:prSet presAssocID="{4BBB530D-F126-44BB-9420-00AE5D64604C}" presName="compNode" presStyleCnt="0"/>
      <dgm:spPr/>
    </dgm:pt>
    <dgm:pt modelId="{B83218BF-915F-47B2-BD59-8C98AAEDEE45}" type="pres">
      <dgm:prSet presAssocID="{4BBB530D-F126-44BB-9420-00AE5D64604C}" presName="bgRect" presStyleLbl="bgShp" presStyleIdx="1" presStyleCnt="5"/>
      <dgm:spPr/>
    </dgm:pt>
    <dgm:pt modelId="{4D902F38-2AD5-470B-9F64-621CA5F062CF}" type="pres">
      <dgm:prSet presAssocID="{4BBB530D-F126-44BB-9420-00AE5D64604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54FAF87F-B936-4AAC-A508-9311C5D9A49C}" type="pres">
      <dgm:prSet presAssocID="{4BBB530D-F126-44BB-9420-00AE5D64604C}" presName="spaceRect" presStyleCnt="0"/>
      <dgm:spPr/>
    </dgm:pt>
    <dgm:pt modelId="{372E0D75-D98B-4338-AE7D-DEDCB7484A58}" type="pres">
      <dgm:prSet presAssocID="{4BBB530D-F126-44BB-9420-00AE5D64604C}" presName="parTx" presStyleLbl="revTx" presStyleIdx="1" presStyleCnt="5">
        <dgm:presLayoutVars>
          <dgm:chMax val="0"/>
          <dgm:chPref val="0"/>
        </dgm:presLayoutVars>
      </dgm:prSet>
      <dgm:spPr/>
    </dgm:pt>
    <dgm:pt modelId="{54E60F3F-1F6E-4CCF-939D-F76813DA9F16}" type="pres">
      <dgm:prSet presAssocID="{ADD902BE-879E-4814-8549-4A4E66016472}" presName="sibTrans" presStyleCnt="0"/>
      <dgm:spPr/>
    </dgm:pt>
    <dgm:pt modelId="{4831AF7E-255B-460E-80F4-75C7C2579119}" type="pres">
      <dgm:prSet presAssocID="{251E643E-C2E8-492C-A2DA-2739B0347DF7}" presName="compNode" presStyleCnt="0"/>
      <dgm:spPr/>
    </dgm:pt>
    <dgm:pt modelId="{28B99B51-90B3-418D-ACCA-2FCD709CE5A0}" type="pres">
      <dgm:prSet presAssocID="{251E643E-C2E8-492C-A2DA-2739B0347DF7}" presName="bgRect" presStyleLbl="bgShp" presStyleIdx="2" presStyleCnt="5"/>
      <dgm:spPr/>
    </dgm:pt>
    <dgm:pt modelId="{2B4BDCAD-20F1-4607-A08E-3E45ACC19CA4}" type="pres">
      <dgm:prSet presAssocID="{251E643E-C2E8-492C-A2DA-2739B0347DF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chart"/>
        </a:ext>
      </dgm:extLst>
    </dgm:pt>
    <dgm:pt modelId="{9261268B-753E-4036-9D69-C282EE9DC30E}" type="pres">
      <dgm:prSet presAssocID="{251E643E-C2E8-492C-A2DA-2739B0347DF7}" presName="spaceRect" presStyleCnt="0"/>
      <dgm:spPr/>
    </dgm:pt>
    <dgm:pt modelId="{719E539E-CC36-4E9B-8182-245DDA673088}" type="pres">
      <dgm:prSet presAssocID="{251E643E-C2E8-492C-A2DA-2739B0347DF7}" presName="parTx" presStyleLbl="revTx" presStyleIdx="2" presStyleCnt="5">
        <dgm:presLayoutVars>
          <dgm:chMax val="0"/>
          <dgm:chPref val="0"/>
        </dgm:presLayoutVars>
      </dgm:prSet>
      <dgm:spPr/>
    </dgm:pt>
    <dgm:pt modelId="{A18B34C7-BF1F-4BB1-837A-D5ACC336B93E}" type="pres">
      <dgm:prSet presAssocID="{165E8DEB-866C-46B2-9024-165C46DA5D8B}" presName="sibTrans" presStyleCnt="0"/>
      <dgm:spPr/>
    </dgm:pt>
    <dgm:pt modelId="{5461BF9B-1317-49C2-B42A-A6640B6C2003}" type="pres">
      <dgm:prSet presAssocID="{CC902439-65D5-45B3-8399-E2B4A516C341}" presName="compNode" presStyleCnt="0"/>
      <dgm:spPr/>
    </dgm:pt>
    <dgm:pt modelId="{B707BC96-F26A-4907-BF7D-0F37A1AA457A}" type="pres">
      <dgm:prSet presAssocID="{CC902439-65D5-45B3-8399-E2B4A516C341}" presName="bgRect" presStyleLbl="bgShp" presStyleIdx="3" presStyleCnt="5"/>
      <dgm:spPr/>
    </dgm:pt>
    <dgm:pt modelId="{5B7D1C22-A743-47D5-86A6-A95974562B5F}" type="pres">
      <dgm:prSet presAssocID="{CC902439-65D5-45B3-8399-E2B4A516C341}"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EF7D50AD-4BCF-44BF-BCAB-0AFAC8E2D9D9}" type="pres">
      <dgm:prSet presAssocID="{CC902439-65D5-45B3-8399-E2B4A516C341}" presName="spaceRect" presStyleCnt="0"/>
      <dgm:spPr/>
    </dgm:pt>
    <dgm:pt modelId="{8A065235-7A7E-4655-AFB1-42FBC213A0C1}" type="pres">
      <dgm:prSet presAssocID="{CC902439-65D5-45B3-8399-E2B4A516C341}" presName="parTx" presStyleLbl="revTx" presStyleIdx="3" presStyleCnt="5">
        <dgm:presLayoutVars>
          <dgm:chMax val="0"/>
          <dgm:chPref val="0"/>
        </dgm:presLayoutVars>
      </dgm:prSet>
      <dgm:spPr/>
    </dgm:pt>
    <dgm:pt modelId="{93D2C804-56B7-4942-81AA-786C78327168}" type="pres">
      <dgm:prSet presAssocID="{D88906C4-6BCB-474F-AF29-D3714E4C6D4F}" presName="sibTrans" presStyleCnt="0"/>
      <dgm:spPr/>
    </dgm:pt>
    <dgm:pt modelId="{CBC3E8FD-75B0-4481-8A24-02F851779626}" type="pres">
      <dgm:prSet presAssocID="{AF814173-B3BE-49CF-B69A-EFD975154D58}" presName="compNode" presStyleCnt="0"/>
      <dgm:spPr/>
    </dgm:pt>
    <dgm:pt modelId="{7AAD0498-7600-49B8-B37D-3A2D428A6AF4}" type="pres">
      <dgm:prSet presAssocID="{AF814173-B3BE-49CF-B69A-EFD975154D58}" presName="bgRect" presStyleLbl="bgShp" presStyleIdx="4" presStyleCnt="5"/>
      <dgm:spPr/>
    </dgm:pt>
    <dgm:pt modelId="{9DC1B0E6-32E3-434E-8A8C-741EE9AA4224}" type="pres">
      <dgm:prSet presAssocID="{AF814173-B3BE-49CF-B69A-EFD975154D58}"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opwatch"/>
        </a:ext>
      </dgm:extLst>
    </dgm:pt>
    <dgm:pt modelId="{982E63BC-7E5E-49F8-9B05-32A9BAE863E2}" type="pres">
      <dgm:prSet presAssocID="{AF814173-B3BE-49CF-B69A-EFD975154D58}" presName="spaceRect" presStyleCnt="0"/>
      <dgm:spPr/>
    </dgm:pt>
    <dgm:pt modelId="{90B30270-FD8E-4058-9F5A-E3722DF60DC7}" type="pres">
      <dgm:prSet presAssocID="{AF814173-B3BE-49CF-B69A-EFD975154D58}" presName="parTx" presStyleLbl="revTx" presStyleIdx="4" presStyleCnt="5">
        <dgm:presLayoutVars>
          <dgm:chMax val="0"/>
          <dgm:chPref val="0"/>
        </dgm:presLayoutVars>
      </dgm:prSet>
      <dgm:spPr/>
    </dgm:pt>
  </dgm:ptLst>
  <dgm:cxnLst>
    <dgm:cxn modelId="{0A6FA614-17D4-4C81-AD4B-85ED38D6DF45}" type="presOf" srcId="{4BBB530D-F126-44BB-9420-00AE5D64604C}" destId="{372E0D75-D98B-4338-AE7D-DEDCB7484A58}" srcOrd="0" destOrd="0" presId="urn:microsoft.com/office/officeart/2018/2/layout/IconVerticalSolidList"/>
    <dgm:cxn modelId="{2AB0E740-7B23-4523-AADE-2E9C58C5077D}" type="presOf" srcId="{5219989F-6DCD-491F-93A2-CC01BAC95F44}" destId="{3507CE8C-97EB-4628-A262-041B7CD74E07}" srcOrd="0" destOrd="0" presId="urn:microsoft.com/office/officeart/2018/2/layout/IconVerticalSolidList"/>
    <dgm:cxn modelId="{8EB51B6B-2B8A-4611-8259-DA25B83D0F52}" srcId="{B3352EDF-38AC-4FCB-BD8B-379AEC63972A}" destId="{AF814173-B3BE-49CF-B69A-EFD975154D58}" srcOrd="4" destOrd="0" parTransId="{FEAF837D-EE18-4050-96E8-ECC8A8D3EDDA}" sibTransId="{8FE17476-8990-4EC1-8889-A4FA130096DF}"/>
    <dgm:cxn modelId="{D5D51156-68C6-4C68-BEE5-223B2FA2E433}" type="presOf" srcId="{AF814173-B3BE-49CF-B69A-EFD975154D58}" destId="{90B30270-FD8E-4058-9F5A-E3722DF60DC7}" srcOrd="0" destOrd="0" presId="urn:microsoft.com/office/officeart/2018/2/layout/IconVerticalSolidList"/>
    <dgm:cxn modelId="{DA59E056-80A1-4F80-8FD8-B37B4A3E3FEC}" type="presOf" srcId="{B3352EDF-38AC-4FCB-BD8B-379AEC63972A}" destId="{2DD86A85-44EA-4D8B-BA41-5FCF76367944}" srcOrd="0" destOrd="0" presId="urn:microsoft.com/office/officeart/2018/2/layout/IconVerticalSolidList"/>
    <dgm:cxn modelId="{57395790-9EC5-44F8-9337-17BA2CA755B6}" srcId="{B3352EDF-38AC-4FCB-BD8B-379AEC63972A}" destId="{4BBB530D-F126-44BB-9420-00AE5D64604C}" srcOrd="1" destOrd="0" parTransId="{5F34B8C3-BCD8-4EFA-9404-0C39F7D8F88B}" sibTransId="{ADD902BE-879E-4814-8549-4A4E66016472}"/>
    <dgm:cxn modelId="{B83DF7B7-C7BA-4A3B-B682-A8C900754F4B}" type="presOf" srcId="{CC902439-65D5-45B3-8399-E2B4A516C341}" destId="{8A065235-7A7E-4655-AFB1-42FBC213A0C1}" srcOrd="0" destOrd="0" presId="urn:microsoft.com/office/officeart/2018/2/layout/IconVerticalSolidList"/>
    <dgm:cxn modelId="{36AE51B8-8242-4F61-AC56-23A07D3F2F30}" srcId="{B3352EDF-38AC-4FCB-BD8B-379AEC63972A}" destId="{251E643E-C2E8-492C-A2DA-2739B0347DF7}" srcOrd="2" destOrd="0" parTransId="{46CA9F2A-7702-4449-8A85-78831D86C525}" sibTransId="{165E8DEB-866C-46B2-9024-165C46DA5D8B}"/>
    <dgm:cxn modelId="{93CE71C6-64A1-4595-BA14-6BCE7980525B}" srcId="{B3352EDF-38AC-4FCB-BD8B-379AEC63972A}" destId="{5219989F-6DCD-491F-93A2-CC01BAC95F44}" srcOrd="0" destOrd="0" parTransId="{FAD3A875-E4AB-4343-BEB1-7F223D1BF8EF}" sibTransId="{777D4BBD-53D2-4235-953D-E075B0218E40}"/>
    <dgm:cxn modelId="{0E0D21DD-9A74-4C3F-9B79-B73B497F46F7}" type="presOf" srcId="{251E643E-C2E8-492C-A2DA-2739B0347DF7}" destId="{719E539E-CC36-4E9B-8182-245DDA673088}" srcOrd="0" destOrd="0" presId="urn:microsoft.com/office/officeart/2018/2/layout/IconVerticalSolidList"/>
    <dgm:cxn modelId="{339D77F7-D7C7-4BF4-84F8-4775F6590200}" srcId="{B3352EDF-38AC-4FCB-BD8B-379AEC63972A}" destId="{CC902439-65D5-45B3-8399-E2B4A516C341}" srcOrd="3" destOrd="0" parTransId="{6683278F-C3F0-431A-84BF-338D0953143D}" sibTransId="{D88906C4-6BCB-474F-AF29-D3714E4C6D4F}"/>
    <dgm:cxn modelId="{3D207744-3B0D-42E4-984F-B9CCF409D7A0}" type="presParOf" srcId="{2DD86A85-44EA-4D8B-BA41-5FCF76367944}" destId="{8B4628A5-C919-4155-8A72-6B8CB1B72F20}" srcOrd="0" destOrd="0" presId="urn:microsoft.com/office/officeart/2018/2/layout/IconVerticalSolidList"/>
    <dgm:cxn modelId="{89D292B7-3008-441C-9DF7-6293D82F3DF5}" type="presParOf" srcId="{8B4628A5-C919-4155-8A72-6B8CB1B72F20}" destId="{024D8023-8BCC-4399-B29F-3E6605E69EDB}" srcOrd="0" destOrd="0" presId="urn:microsoft.com/office/officeart/2018/2/layout/IconVerticalSolidList"/>
    <dgm:cxn modelId="{C20135BC-DD64-4B95-9FCA-C7955E98DF0D}" type="presParOf" srcId="{8B4628A5-C919-4155-8A72-6B8CB1B72F20}" destId="{932D2F63-2D44-41FD-A608-C4F10C21FF45}" srcOrd="1" destOrd="0" presId="urn:microsoft.com/office/officeart/2018/2/layout/IconVerticalSolidList"/>
    <dgm:cxn modelId="{FD5EA83E-D3A6-401F-8F8E-89C73600BC21}" type="presParOf" srcId="{8B4628A5-C919-4155-8A72-6B8CB1B72F20}" destId="{17381360-FDFD-4AF6-A5C3-5D053C036AB7}" srcOrd="2" destOrd="0" presId="urn:microsoft.com/office/officeart/2018/2/layout/IconVerticalSolidList"/>
    <dgm:cxn modelId="{EDB9B1D9-4458-4A10-9302-C739DAABA80D}" type="presParOf" srcId="{8B4628A5-C919-4155-8A72-6B8CB1B72F20}" destId="{3507CE8C-97EB-4628-A262-041B7CD74E07}" srcOrd="3" destOrd="0" presId="urn:microsoft.com/office/officeart/2018/2/layout/IconVerticalSolidList"/>
    <dgm:cxn modelId="{5D5B1EAE-29AE-4E63-8486-2A549B2306EE}" type="presParOf" srcId="{2DD86A85-44EA-4D8B-BA41-5FCF76367944}" destId="{BE4EEB53-AC66-4951-8366-93C0183323F0}" srcOrd="1" destOrd="0" presId="urn:microsoft.com/office/officeart/2018/2/layout/IconVerticalSolidList"/>
    <dgm:cxn modelId="{2EB0A6CD-1419-4EEA-A019-1066EB8A19D5}" type="presParOf" srcId="{2DD86A85-44EA-4D8B-BA41-5FCF76367944}" destId="{93D508E4-977A-4558-B4E2-B941020E8FC5}" srcOrd="2" destOrd="0" presId="urn:microsoft.com/office/officeart/2018/2/layout/IconVerticalSolidList"/>
    <dgm:cxn modelId="{0E3B5AA5-EF44-40AC-8553-00D4835BF283}" type="presParOf" srcId="{93D508E4-977A-4558-B4E2-B941020E8FC5}" destId="{B83218BF-915F-47B2-BD59-8C98AAEDEE45}" srcOrd="0" destOrd="0" presId="urn:microsoft.com/office/officeart/2018/2/layout/IconVerticalSolidList"/>
    <dgm:cxn modelId="{BE8B297A-7E00-4F5E-B545-80B0C893B20A}" type="presParOf" srcId="{93D508E4-977A-4558-B4E2-B941020E8FC5}" destId="{4D902F38-2AD5-470B-9F64-621CA5F062CF}" srcOrd="1" destOrd="0" presId="urn:microsoft.com/office/officeart/2018/2/layout/IconVerticalSolidList"/>
    <dgm:cxn modelId="{D354B5F8-76C7-4691-A22F-453260124E97}" type="presParOf" srcId="{93D508E4-977A-4558-B4E2-B941020E8FC5}" destId="{54FAF87F-B936-4AAC-A508-9311C5D9A49C}" srcOrd="2" destOrd="0" presId="urn:microsoft.com/office/officeart/2018/2/layout/IconVerticalSolidList"/>
    <dgm:cxn modelId="{BE38D645-429C-48F6-AA47-0788F82E40CD}" type="presParOf" srcId="{93D508E4-977A-4558-B4E2-B941020E8FC5}" destId="{372E0D75-D98B-4338-AE7D-DEDCB7484A58}" srcOrd="3" destOrd="0" presId="urn:microsoft.com/office/officeart/2018/2/layout/IconVerticalSolidList"/>
    <dgm:cxn modelId="{0D999145-F6BF-44DB-9F70-60062BCDEF8F}" type="presParOf" srcId="{2DD86A85-44EA-4D8B-BA41-5FCF76367944}" destId="{54E60F3F-1F6E-4CCF-939D-F76813DA9F16}" srcOrd="3" destOrd="0" presId="urn:microsoft.com/office/officeart/2018/2/layout/IconVerticalSolidList"/>
    <dgm:cxn modelId="{488EAEBF-0886-47D4-809E-F1C1FFE8646C}" type="presParOf" srcId="{2DD86A85-44EA-4D8B-BA41-5FCF76367944}" destId="{4831AF7E-255B-460E-80F4-75C7C2579119}" srcOrd="4" destOrd="0" presId="urn:microsoft.com/office/officeart/2018/2/layout/IconVerticalSolidList"/>
    <dgm:cxn modelId="{6F19C1D3-6DF6-478D-B91F-B48D17AD34D9}" type="presParOf" srcId="{4831AF7E-255B-460E-80F4-75C7C2579119}" destId="{28B99B51-90B3-418D-ACCA-2FCD709CE5A0}" srcOrd="0" destOrd="0" presId="urn:microsoft.com/office/officeart/2018/2/layout/IconVerticalSolidList"/>
    <dgm:cxn modelId="{0247EB45-198D-45FA-A9F9-C95397DCFC84}" type="presParOf" srcId="{4831AF7E-255B-460E-80F4-75C7C2579119}" destId="{2B4BDCAD-20F1-4607-A08E-3E45ACC19CA4}" srcOrd="1" destOrd="0" presId="urn:microsoft.com/office/officeart/2018/2/layout/IconVerticalSolidList"/>
    <dgm:cxn modelId="{97084BA0-6AE0-4C1F-8F3B-7D3D252104AA}" type="presParOf" srcId="{4831AF7E-255B-460E-80F4-75C7C2579119}" destId="{9261268B-753E-4036-9D69-C282EE9DC30E}" srcOrd="2" destOrd="0" presId="urn:microsoft.com/office/officeart/2018/2/layout/IconVerticalSolidList"/>
    <dgm:cxn modelId="{DD7B1E48-EE55-4447-BC06-915D608A4303}" type="presParOf" srcId="{4831AF7E-255B-460E-80F4-75C7C2579119}" destId="{719E539E-CC36-4E9B-8182-245DDA673088}" srcOrd="3" destOrd="0" presId="urn:microsoft.com/office/officeart/2018/2/layout/IconVerticalSolidList"/>
    <dgm:cxn modelId="{1887A99A-0250-4B8A-8114-F974ABF33BEA}" type="presParOf" srcId="{2DD86A85-44EA-4D8B-BA41-5FCF76367944}" destId="{A18B34C7-BF1F-4BB1-837A-D5ACC336B93E}" srcOrd="5" destOrd="0" presId="urn:microsoft.com/office/officeart/2018/2/layout/IconVerticalSolidList"/>
    <dgm:cxn modelId="{8797796F-4777-492D-8E8C-73A3E4260F47}" type="presParOf" srcId="{2DD86A85-44EA-4D8B-BA41-5FCF76367944}" destId="{5461BF9B-1317-49C2-B42A-A6640B6C2003}" srcOrd="6" destOrd="0" presId="urn:microsoft.com/office/officeart/2018/2/layout/IconVerticalSolidList"/>
    <dgm:cxn modelId="{DAD185D8-9571-40B0-9799-21A6D045B323}" type="presParOf" srcId="{5461BF9B-1317-49C2-B42A-A6640B6C2003}" destId="{B707BC96-F26A-4907-BF7D-0F37A1AA457A}" srcOrd="0" destOrd="0" presId="urn:microsoft.com/office/officeart/2018/2/layout/IconVerticalSolidList"/>
    <dgm:cxn modelId="{2DBBFF00-1C4C-4D9B-BAEC-94EBB29AC4D4}" type="presParOf" srcId="{5461BF9B-1317-49C2-B42A-A6640B6C2003}" destId="{5B7D1C22-A743-47D5-86A6-A95974562B5F}" srcOrd="1" destOrd="0" presId="urn:microsoft.com/office/officeart/2018/2/layout/IconVerticalSolidList"/>
    <dgm:cxn modelId="{CED1608F-28FD-4EBA-A458-7EF7EDCE8527}" type="presParOf" srcId="{5461BF9B-1317-49C2-B42A-A6640B6C2003}" destId="{EF7D50AD-4BCF-44BF-BCAB-0AFAC8E2D9D9}" srcOrd="2" destOrd="0" presId="urn:microsoft.com/office/officeart/2018/2/layout/IconVerticalSolidList"/>
    <dgm:cxn modelId="{C89F72A9-400B-4F64-9F84-317FDDF919A2}" type="presParOf" srcId="{5461BF9B-1317-49C2-B42A-A6640B6C2003}" destId="{8A065235-7A7E-4655-AFB1-42FBC213A0C1}" srcOrd="3" destOrd="0" presId="urn:microsoft.com/office/officeart/2018/2/layout/IconVerticalSolidList"/>
    <dgm:cxn modelId="{9A25410E-52E0-49C0-BB48-66A50B613242}" type="presParOf" srcId="{2DD86A85-44EA-4D8B-BA41-5FCF76367944}" destId="{93D2C804-56B7-4942-81AA-786C78327168}" srcOrd="7" destOrd="0" presId="urn:microsoft.com/office/officeart/2018/2/layout/IconVerticalSolidList"/>
    <dgm:cxn modelId="{5F9F2B09-145A-4AB1-AA6B-F4A108E9D050}" type="presParOf" srcId="{2DD86A85-44EA-4D8B-BA41-5FCF76367944}" destId="{CBC3E8FD-75B0-4481-8A24-02F851779626}" srcOrd="8" destOrd="0" presId="urn:microsoft.com/office/officeart/2018/2/layout/IconVerticalSolidList"/>
    <dgm:cxn modelId="{3DBE02A8-8A1E-43F9-A3A4-CEED07E2FDFB}" type="presParOf" srcId="{CBC3E8FD-75B0-4481-8A24-02F851779626}" destId="{7AAD0498-7600-49B8-B37D-3A2D428A6AF4}" srcOrd="0" destOrd="0" presId="urn:microsoft.com/office/officeart/2018/2/layout/IconVerticalSolidList"/>
    <dgm:cxn modelId="{6AD0E000-8465-4B7E-A675-0FB4744F10AD}" type="presParOf" srcId="{CBC3E8FD-75B0-4481-8A24-02F851779626}" destId="{9DC1B0E6-32E3-434E-8A8C-741EE9AA4224}" srcOrd="1" destOrd="0" presId="urn:microsoft.com/office/officeart/2018/2/layout/IconVerticalSolidList"/>
    <dgm:cxn modelId="{59C4DA6A-A9AD-4846-8A0A-11D6F06A28E3}" type="presParOf" srcId="{CBC3E8FD-75B0-4481-8A24-02F851779626}" destId="{982E63BC-7E5E-49F8-9B05-32A9BAE863E2}" srcOrd="2" destOrd="0" presId="urn:microsoft.com/office/officeart/2018/2/layout/IconVerticalSolidList"/>
    <dgm:cxn modelId="{114D38D2-E76B-40B5-9E13-00EA7FFD83BD}" type="presParOf" srcId="{CBC3E8FD-75B0-4481-8A24-02F851779626}" destId="{90B30270-FD8E-4058-9F5A-E3722DF60DC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7A989C-2D25-4961-BC02-BE15FACFCB5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B5765CA-BEF8-4DD7-B16F-003FF529BB4F}">
      <dgm:prSet/>
      <dgm:spPr/>
      <dgm:t>
        <a:bodyPr/>
        <a:lstStyle/>
        <a:p>
          <a:pPr>
            <a:lnSpc>
              <a:spcPct val="100000"/>
            </a:lnSpc>
          </a:pPr>
          <a:r>
            <a:rPr lang="en-US" b="1" i="0">
              <a:latin typeface="Arial"/>
            </a:rPr>
            <a:t>Host</a:t>
          </a:r>
          <a:r>
            <a:rPr lang="en-US" b="1">
              <a:latin typeface="Arial"/>
            </a:rPr>
            <a:t> one walkthrough per</a:t>
          </a:r>
          <a:r>
            <a:rPr lang="en-US" b="1">
              <a:latin typeface="Arial"/>
              <a:cs typeface="Arial"/>
            </a:rPr>
            <a:t> hub:</a:t>
          </a:r>
          <a:r>
            <a:rPr lang="en-US" b="0">
              <a:latin typeface="Arial"/>
              <a:cs typeface="Arial"/>
            </a:rPr>
            <a:t> Make attendance mandatory to ensure full participation.</a:t>
          </a:r>
        </a:p>
      </dgm:t>
    </dgm:pt>
    <dgm:pt modelId="{6DC2C15B-53C9-4289-820A-E71D31C4C7A5}" type="parTrans" cxnId="{1F107BB2-0D75-4B4D-ADD8-DFEBB03076DE}">
      <dgm:prSet/>
      <dgm:spPr/>
      <dgm:t>
        <a:bodyPr/>
        <a:lstStyle/>
        <a:p>
          <a:endParaRPr lang="en-US"/>
        </a:p>
      </dgm:t>
    </dgm:pt>
    <dgm:pt modelId="{250B64FE-D4C6-4B4D-B178-06BF87F7B096}" type="sibTrans" cxnId="{1F107BB2-0D75-4B4D-ADD8-DFEBB03076DE}">
      <dgm:prSet/>
      <dgm:spPr/>
      <dgm:t>
        <a:bodyPr/>
        <a:lstStyle/>
        <a:p>
          <a:endParaRPr lang="en-US"/>
        </a:p>
      </dgm:t>
    </dgm:pt>
    <dgm:pt modelId="{DD6427F8-8F6A-4E5A-9675-B75D3482D942}">
      <dgm:prSet phldr="0"/>
      <dgm:spPr/>
      <dgm:t>
        <a:bodyPr/>
        <a:lstStyle/>
        <a:p>
          <a:pPr>
            <a:lnSpc>
              <a:spcPct val="100000"/>
            </a:lnSpc>
          </a:pPr>
          <a:r>
            <a:rPr lang="en-US" b="1">
              <a:latin typeface="Avenir Next LT Pro"/>
              <a:cs typeface="Arial"/>
            </a:rPr>
            <a:t>Integrate interview skills training: </a:t>
          </a:r>
          <a:r>
            <a:rPr lang="en-US" b="0"/>
            <a:t>Include a short segment on interview preparation within the walk-through </a:t>
          </a:r>
          <a:r>
            <a:rPr lang="en-US" b="0">
              <a:latin typeface="Avenir Next LT Pro"/>
            </a:rPr>
            <a:t>session.</a:t>
          </a:r>
          <a:endParaRPr lang="en-US" b="0"/>
        </a:p>
      </dgm:t>
    </dgm:pt>
    <dgm:pt modelId="{B84BA444-7751-4042-9EA6-E16B386D9764}" type="parTrans" cxnId="{2443EC01-4241-4977-958E-255FDAA4134A}">
      <dgm:prSet/>
      <dgm:spPr/>
      <dgm:t>
        <a:bodyPr/>
        <a:lstStyle/>
        <a:p>
          <a:endParaRPr lang="en-US"/>
        </a:p>
      </dgm:t>
    </dgm:pt>
    <dgm:pt modelId="{7A06FC0B-D432-4726-A9F2-C5FEC2B4B534}" type="sibTrans" cxnId="{2443EC01-4241-4977-958E-255FDAA4134A}">
      <dgm:prSet/>
      <dgm:spPr/>
      <dgm:t>
        <a:bodyPr/>
        <a:lstStyle/>
        <a:p>
          <a:endParaRPr lang="en-US"/>
        </a:p>
      </dgm:t>
    </dgm:pt>
    <dgm:pt modelId="{7D52B76E-91B3-429D-9CC6-0BF366A39CDD}">
      <dgm:prSet phldr="0"/>
      <dgm:spPr/>
      <dgm:t>
        <a:bodyPr/>
        <a:lstStyle/>
        <a:p>
          <a:pPr>
            <a:lnSpc>
              <a:spcPct val="100000"/>
            </a:lnSpc>
          </a:pPr>
          <a:r>
            <a:rPr lang="en-US" b="1">
              <a:latin typeface="Avenir Next LT Pro"/>
            </a:rPr>
            <a:t>Streamline </a:t>
          </a:r>
          <a:r>
            <a:rPr lang="en-US" b="0">
              <a:latin typeface="Avenir Next LT Pro"/>
            </a:rPr>
            <a:t>acceptance and rematch form process</a:t>
          </a:r>
        </a:p>
      </dgm:t>
    </dgm:pt>
    <dgm:pt modelId="{8016B9B5-7038-4271-98EF-C162FC96E4DC}" type="parTrans" cxnId="{1631EF62-FC6B-411C-9605-9A191231C299}">
      <dgm:prSet/>
      <dgm:spPr/>
    </dgm:pt>
    <dgm:pt modelId="{F82ABA32-9905-4A34-8219-E82CB74333E0}" type="sibTrans" cxnId="{1631EF62-FC6B-411C-9605-9A191231C299}">
      <dgm:prSet/>
      <dgm:spPr/>
    </dgm:pt>
    <dgm:pt modelId="{ABFEBE54-B929-4C15-B500-B94F5648C67C}" type="pres">
      <dgm:prSet presAssocID="{897A989C-2D25-4961-BC02-BE15FACFCB57}" presName="root" presStyleCnt="0">
        <dgm:presLayoutVars>
          <dgm:dir/>
          <dgm:resizeHandles val="exact"/>
        </dgm:presLayoutVars>
      </dgm:prSet>
      <dgm:spPr/>
    </dgm:pt>
    <dgm:pt modelId="{9703889A-3258-458C-B879-B81A1169D47C}" type="pres">
      <dgm:prSet presAssocID="{0B5765CA-BEF8-4DD7-B16F-003FF529BB4F}" presName="compNode" presStyleCnt="0"/>
      <dgm:spPr/>
    </dgm:pt>
    <dgm:pt modelId="{3525FF1C-26BE-4DEE-9384-D5AA750C632B}" type="pres">
      <dgm:prSet presAssocID="{0B5765CA-BEF8-4DD7-B16F-003FF529BB4F}" presName="bgRect" presStyleLbl="bgShp" presStyleIdx="0" presStyleCnt="3"/>
      <dgm:spPr/>
    </dgm:pt>
    <dgm:pt modelId="{35520344-6477-4851-BCE6-DFB59FC9057A}" type="pres">
      <dgm:prSet presAssocID="{0B5765CA-BEF8-4DD7-B16F-003FF529BB4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8F67D2E8-B156-4D71-962C-69CEEE6DA0AD}" type="pres">
      <dgm:prSet presAssocID="{0B5765CA-BEF8-4DD7-B16F-003FF529BB4F}" presName="spaceRect" presStyleCnt="0"/>
      <dgm:spPr/>
    </dgm:pt>
    <dgm:pt modelId="{2647C85C-C986-47F3-98FD-A153A97102E5}" type="pres">
      <dgm:prSet presAssocID="{0B5765CA-BEF8-4DD7-B16F-003FF529BB4F}" presName="parTx" presStyleLbl="revTx" presStyleIdx="0" presStyleCnt="3">
        <dgm:presLayoutVars>
          <dgm:chMax val="0"/>
          <dgm:chPref val="0"/>
        </dgm:presLayoutVars>
      </dgm:prSet>
      <dgm:spPr/>
    </dgm:pt>
    <dgm:pt modelId="{E886AC3E-FCA0-4AB5-B0AA-7EA991C55BC6}" type="pres">
      <dgm:prSet presAssocID="{250B64FE-D4C6-4B4D-B178-06BF87F7B096}" presName="sibTrans" presStyleCnt="0"/>
      <dgm:spPr/>
    </dgm:pt>
    <dgm:pt modelId="{78D4FF00-E064-45C3-9906-F8D80761A07D}" type="pres">
      <dgm:prSet presAssocID="{DD6427F8-8F6A-4E5A-9675-B75D3482D942}" presName="compNode" presStyleCnt="0"/>
      <dgm:spPr/>
    </dgm:pt>
    <dgm:pt modelId="{C690F1F8-0D6F-4E38-94EC-BC5953F8F7D5}" type="pres">
      <dgm:prSet presAssocID="{DD6427F8-8F6A-4E5A-9675-B75D3482D942}" presName="bgRect" presStyleLbl="bgShp" presStyleIdx="1" presStyleCnt="3"/>
      <dgm:spPr/>
    </dgm:pt>
    <dgm:pt modelId="{86628FBD-1F41-4FDA-A1A0-61B049FC5197}" type="pres">
      <dgm:prSet presAssocID="{DD6427F8-8F6A-4E5A-9675-B75D3482D94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AB06F5C8-65D0-438A-9BCA-74AD951B6B1C}" type="pres">
      <dgm:prSet presAssocID="{DD6427F8-8F6A-4E5A-9675-B75D3482D942}" presName="spaceRect" presStyleCnt="0"/>
      <dgm:spPr/>
    </dgm:pt>
    <dgm:pt modelId="{3FCB1052-FBCB-42B8-99D5-C4A9ED2F4B2C}" type="pres">
      <dgm:prSet presAssocID="{DD6427F8-8F6A-4E5A-9675-B75D3482D942}" presName="parTx" presStyleLbl="revTx" presStyleIdx="1" presStyleCnt="3">
        <dgm:presLayoutVars>
          <dgm:chMax val="0"/>
          <dgm:chPref val="0"/>
        </dgm:presLayoutVars>
      </dgm:prSet>
      <dgm:spPr/>
    </dgm:pt>
    <dgm:pt modelId="{5B3C1699-95D6-44BF-8A91-9DBCD1A55E65}" type="pres">
      <dgm:prSet presAssocID="{7A06FC0B-D432-4726-A9F2-C5FEC2B4B534}" presName="sibTrans" presStyleCnt="0"/>
      <dgm:spPr/>
    </dgm:pt>
    <dgm:pt modelId="{2DD8DE7B-9A51-4C12-A9FF-D0D3804F6855}" type="pres">
      <dgm:prSet presAssocID="{7D52B76E-91B3-429D-9CC6-0BF366A39CDD}" presName="compNode" presStyleCnt="0"/>
      <dgm:spPr/>
    </dgm:pt>
    <dgm:pt modelId="{D90F2717-559D-42E7-84F0-9A98CEADF6BB}" type="pres">
      <dgm:prSet presAssocID="{7D52B76E-91B3-429D-9CC6-0BF366A39CDD}" presName="bgRect" presStyleLbl="bgShp" presStyleIdx="2" presStyleCnt="3"/>
      <dgm:spPr/>
    </dgm:pt>
    <dgm:pt modelId="{1101A857-AC7B-449E-AE1B-7D579A573543}" type="pres">
      <dgm:prSet presAssocID="{7D52B76E-91B3-429D-9CC6-0BF366A39CDD}"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with solid fill"/>
        </a:ext>
      </dgm:extLst>
    </dgm:pt>
    <dgm:pt modelId="{503F0DA2-6409-47E4-B1B4-CCBB5511BA96}" type="pres">
      <dgm:prSet presAssocID="{7D52B76E-91B3-429D-9CC6-0BF366A39CDD}" presName="spaceRect" presStyleCnt="0"/>
      <dgm:spPr/>
    </dgm:pt>
    <dgm:pt modelId="{81A430C5-E139-465A-ACEF-EA5B5542AF8C}" type="pres">
      <dgm:prSet presAssocID="{7D52B76E-91B3-429D-9CC6-0BF366A39CDD}" presName="parTx" presStyleLbl="revTx" presStyleIdx="2" presStyleCnt="3">
        <dgm:presLayoutVars>
          <dgm:chMax val="0"/>
          <dgm:chPref val="0"/>
        </dgm:presLayoutVars>
      </dgm:prSet>
      <dgm:spPr/>
    </dgm:pt>
  </dgm:ptLst>
  <dgm:cxnLst>
    <dgm:cxn modelId="{2443EC01-4241-4977-958E-255FDAA4134A}" srcId="{897A989C-2D25-4961-BC02-BE15FACFCB57}" destId="{DD6427F8-8F6A-4E5A-9675-B75D3482D942}" srcOrd="1" destOrd="0" parTransId="{B84BA444-7751-4042-9EA6-E16B386D9764}" sibTransId="{7A06FC0B-D432-4726-A9F2-C5FEC2B4B534}"/>
    <dgm:cxn modelId="{7CB70E19-7099-4BAF-B74A-1F4BA4EC3374}" type="presOf" srcId="{DD6427F8-8F6A-4E5A-9675-B75D3482D942}" destId="{3FCB1052-FBCB-42B8-99D5-C4A9ED2F4B2C}" srcOrd="0" destOrd="0" presId="urn:microsoft.com/office/officeart/2018/2/layout/IconVerticalSolidList"/>
    <dgm:cxn modelId="{668E2D1E-F89D-44A7-BDB2-C7B1BC7A0FA5}" type="presOf" srcId="{7D52B76E-91B3-429D-9CC6-0BF366A39CDD}" destId="{81A430C5-E139-465A-ACEF-EA5B5542AF8C}" srcOrd="0" destOrd="0" presId="urn:microsoft.com/office/officeart/2018/2/layout/IconVerticalSolidList"/>
    <dgm:cxn modelId="{1631EF62-FC6B-411C-9605-9A191231C299}" srcId="{897A989C-2D25-4961-BC02-BE15FACFCB57}" destId="{7D52B76E-91B3-429D-9CC6-0BF366A39CDD}" srcOrd="2" destOrd="0" parTransId="{8016B9B5-7038-4271-98EF-C162FC96E4DC}" sibTransId="{F82ABA32-9905-4A34-8219-E82CB74333E0}"/>
    <dgm:cxn modelId="{1F107BB2-0D75-4B4D-ADD8-DFEBB03076DE}" srcId="{897A989C-2D25-4961-BC02-BE15FACFCB57}" destId="{0B5765CA-BEF8-4DD7-B16F-003FF529BB4F}" srcOrd="0" destOrd="0" parTransId="{6DC2C15B-53C9-4289-820A-E71D31C4C7A5}" sibTransId="{250B64FE-D4C6-4B4D-B178-06BF87F7B096}"/>
    <dgm:cxn modelId="{B980D8C5-846C-4CD8-B740-BF009C3B07B2}" type="presOf" srcId="{0B5765CA-BEF8-4DD7-B16F-003FF529BB4F}" destId="{2647C85C-C986-47F3-98FD-A153A97102E5}" srcOrd="0" destOrd="0" presId="urn:microsoft.com/office/officeart/2018/2/layout/IconVerticalSolidList"/>
    <dgm:cxn modelId="{DB37B1F6-96F5-4BBD-988E-8A17C0CEF54E}" type="presOf" srcId="{897A989C-2D25-4961-BC02-BE15FACFCB57}" destId="{ABFEBE54-B929-4C15-B500-B94F5648C67C}" srcOrd="0" destOrd="0" presId="urn:microsoft.com/office/officeart/2018/2/layout/IconVerticalSolidList"/>
    <dgm:cxn modelId="{FE551B39-04F7-4025-B55E-1090F8D08AE4}" type="presParOf" srcId="{ABFEBE54-B929-4C15-B500-B94F5648C67C}" destId="{9703889A-3258-458C-B879-B81A1169D47C}" srcOrd="0" destOrd="0" presId="urn:microsoft.com/office/officeart/2018/2/layout/IconVerticalSolidList"/>
    <dgm:cxn modelId="{D9DE4EEF-8D60-4784-8EF3-62B738A4E403}" type="presParOf" srcId="{9703889A-3258-458C-B879-B81A1169D47C}" destId="{3525FF1C-26BE-4DEE-9384-D5AA750C632B}" srcOrd="0" destOrd="0" presId="urn:microsoft.com/office/officeart/2018/2/layout/IconVerticalSolidList"/>
    <dgm:cxn modelId="{D145F8E2-7986-4C9C-B75C-528688E22756}" type="presParOf" srcId="{9703889A-3258-458C-B879-B81A1169D47C}" destId="{35520344-6477-4851-BCE6-DFB59FC9057A}" srcOrd="1" destOrd="0" presId="urn:microsoft.com/office/officeart/2018/2/layout/IconVerticalSolidList"/>
    <dgm:cxn modelId="{5F5B3A19-7BB0-4CD6-BF55-359E28178D1D}" type="presParOf" srcId="{9703889A-3258-458C-B879-B81A1169D47C}" destId="{8F67D2E8-B156-4D71-962C-69CEEE6DA0AD}" srcOrd="2" destOrd="0" presId="urn:microsoft.com/office/officeart/2018/2/layout/IconVerticalSolidList"/>
    <dgm:cxn modelId="{931EE28C-2AC7-424B-94B4-A3758F56866A}" type="presParOf" srcId="{9703889A-3258-458C-B879-B81A1169D47C}" destId="{2647C85C-C986-47F3-98FD-A153A97102E5}" srcOrd="3" destOrd="0" presId="urn:microsoft.com/office/officeart/2018/2/layout/IconVerticalSolidList"/>
    <dgm:cxn modelId="{C74CFAF0-296C-466E-BF85-5A716D966CCD}" type="presParOf" srcId="{ABFEBE54-B929-4C15-B500-B94F5648C67C}" destId="{E886AC3E-FCA0-4AB5-B0AA-7EA991C55BC6}" srcOrd="1" destOrd="0" presId="urn:microsoft.com/office/officeart/2018/2/layout/IconVerticalSolidList"/>
    <dgm:cxn modelId="{581FFFED-1DF3-400F-8490-CA9617A04266}" type="presParOf" srcId="{ABFEBE54-B929-4C15-B500-B94F5648C67C}" destId="{78D4FF00-E064-45C3-9906-F8D80761A07D}" srcOrd="2" destOrd="0" presId="urn:microsoft.com/office/officeart/2018/2/layout/IconVerticalSolidList"/>
    <dgm:cxn modelId="{5D33FBB3-6CD2-4D0F-8B96-3D0B1F18F168}" type="presParOf" srcId="{78D4FF00-E064-45C3-9906-F8D80761A07D}" destId="{C690F1F8-0D6F-4E38-94EC-BC5953F8F7D5}" srcOrd="0" destOrd="0" presId="urn:microsoft.com/office/officeart/2018/2/layout/IconVerticalSolidList"/>
    <dgm:cxn modelId="{5C941552-062F-4FAB-B8C5-ECD9528F4E04}" type="presParOf" srcId="{78D4FF00-E064-45C3-9906-F8D80761A07D}" destId="{86628FBD-1F41-4FDA-A1A0-61B049FC5197}" srcOrd="1" destOrd="0" presId="urn:microsoft.com/office/officeart/2018/2/layout/IconVerticalSolidList"/>
    <dgm:cxn modelId="{A1FE5C2E-406F-4FEA-8DB2-968C03820B9B}" type="presParOf" srcId="{78D4FF00-E064-45C3-9906-F8D80761A07D}" destId="{AB06F5C8-65D0-438A-9BCA-74AD951B6B1C}" srcOrd="2" destOrd="0" presId="urn:microsoft.com/office/officeart/2018/2/layout/IconVerticalSolidList"/>
    <dgm:cxn modelId="{0A028D42-5D6D-43CB-8CA2-530C1173F9AD}" type="presParOf" srcId="{78D4FF00-E064-45C3-9906-F8D80761A07D}" destId="{3FCB1052-FBCB-42B8-99D5-C4A9ED2F4B2C}" srcOrd="3" destOrd="0" presId="urn:microsoft.com/office/officeart/2018/2/layout/IconVerticalSolidList"/>
    <dgm:cxn modelId="{3152BF99-C377-454E-ACC2-89A282F21394}" type="presParOf" srcId="{ABFEBE54-B929-4C15-B500-B94F5648C67C}" destId="{5B3C1699-95D6-44BF-8A91-9DBCD1A55E65}" srcOrd="3" destOrd="0" presId="urn:microsoft.com/office/officeart/2018/2/layout/IconVerticalSolidList"/>
    <dgm:cxn modelId="{C14F09E6-A2ED-490A-BAA3-D9A9478635DE}" type="presParOf" srcId="{ABFEBE54-B929-4C15-B500-B94F5648C67C}" destId="{2DD8DE7B-9A51-4C12-A9FF-D0D3804F6855}" srcOrd="4" destOrd="0" presId="urn:microsoft.com/office/officeart/2018/2/layout/IconVerticalSolidList"/>
    <dgm:cxn modelId="{DAC62370-7C65-4565-A5A2-FF2CE5611446}" type="presParOf" srcId="{2DD8DE7B-9A51-4C12-A9FF-D0D3804F6855}" destId="{D90F2717-559D-42E7-84F0-9A98CEADF6BB}" srcOrd="0" destOrd="0" presId="urn:microsoft.com/office/officeart/2018/2/layout/IconVerticalSolidList"/>
    <dgm:cxn modelId="{CF764EA0-E204-4259-BF5A-43EE98216D8E}" type="presParOf" srcId="{2DD8DE7B-9A51-4C12-A9FF-D0D3804F6855}" destId="{1101A857-AC7B-449E-AE1B-7D579A573543}" srcOrd="1" destOrd="0" presId="urn:microsoft.com/office/officeart/2018/2/layout/IconVerticalSolidList"/>
    <dgm:cxn modelId="{583D38BE-56EA-4DF5-9A9F-8027CAC7204A}" type="presParOf" srcId="{2DD8DE7B-9A51-4C12-A9FF-D0D3804F6855}" destId="{503F0DA2-6409-47E4-B1B4-CCBB5511BA96}" srcOrd="2" destOrd="0" presId="urn:microsoft.com/office/officeart/2018/2/layout/IconVerticalSolidList"/>
    <dgm:cxn modelId="{7D5EC905-EE1C-4F6F-AE54-E015361AB66A}" type="presParOf" srcId="{2DD8DE7B-9A51-4C12-A9FF-D0D3804F6855}" destId="{81A430C5-E139-465A-ACEF-EA5B5542AF8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4D8023-8BCC-4399-B29F-3E6605E69EDB}">
      <dsp:nvSpPr>
        <dsp:cNvPr id="0" name=""/>
        <dsp:cNvSpPr/>
      </dsp:nvSpPr>
      <dsp:spPr>
        <a:xfrm>
          <a:off x="0" y="2318"/>
          <a:ext cx="7680677" cy="49374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2D2F63-2D44-41FD-A608-C4F10C21FF45}">
      <dsp:nvSpPr>
        <dsp:cNvPr id="0" name=""/>
        <dsp:cNvSpPr/>
      </dsp:nvSpPr>
      <dsp:spPr>
        <a:xfrm>
          <a:off x="149359" y="113411"/>
          <a:ext cx="271562" cy="271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7CE8C-97EB-4628-A262-041B7CD74E07}">
      <dsp:nvSpPr>
        <dsp:cNvPr id="0" name=""/>
        <dsp:cNvSpPr/>
      </dsp:nvSpPr>
      <dsp:spPr>
        <a:xfrm>
          <a:off x="570280" y="2318"/>
          <a:ext cx="7110396" cy="493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55" tIns="52255" rIns="52255" bIns="52255" numCol="1" spcCol="1270" anchor="ctr" anchorCtr="0">
          <a:noAutofit/>
        </a:bodyPr>
        <a:lstStyle/>
        <a:p>
          <a:pPr marL="0" lvl="0" indent="0" algn="l" defTabSz="844550" rtl="0">
            <a:lnSpc>
              <a:spcPct val="100000"/>
            </a:lnSpc>
            <a:spcBef>
              <a:spcPct val="0"/>
            </a:spcBef>
            <a:spcAft>
              <a:spcPct val="35000"/>
            </a:spcAft>
            <a:buNone/>
          </a:pPr>
          <a:r>
            <a:rPr lang="en-US" sz="1900" kern="1200"/>
            <a:t>Goals </a:t>
          </a:r>
        </a:p>
      </dsp:txBody>
      <dsp:txXfrm>
        <a:off x="570280" y="2318"/>
        <a:ext cx="7110396" cy="493749"/>
      </dsp:txXfrm>
    </dsp:sp>
    <dsp:sp modelId="{B83218BF-915F-47B2-BD59-8C98AAEDEE45}">
      <dsp:nvSpPr>
        <dsp:cNvPr id="0" name=""/>
        <dsp:cNvSpPr/>
      </dsp:nvSpPr>
      <dsp:spPr>
        <a:xfrm>
          <a:off x="0" y="619505"/>
          <a:ext cx="7680677" cy="49374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902F38-2AD5-470B-9F64-621CA5F062CF}">
      <dsp:nvSpPr>
        <dsp:cNvPr id="0" name=""/>
        <dsp:cNvSpPr/>
      </dsp:nvSpPr>
      <dsp:spPr>
        <a:xfrm>
          <a:off x="149359" y="730598"/>
          <a:ext cx="271562" cy="271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2E0D75-D98B-4338-AE7D-DEDCB7484A58}">
      <dsp:nvSpPr>
        <dsp:cNvPr id="0" name=""/>
        <dsp:cNvSpPr/>
      </dsp:nvSpPr>
      <dsp:spPr>
        <a:xfrm>
          <a:off x="570280" y="619505"/>
          <a:ext cx="7110396" cy="493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55" tIns="52255" rIns="52255" bIns="52255" numCol="1" spcCol="1270" anchor="ctr" anchorCtr="0">
          <a:noAutofit/>
        </a:bodyPr>
        <a:lstStyle/>
        <a:p>
          <a:pPr marL="0" lvl="0" indent="0" algn="l" defTabSz="844550" rtl="0">
            <a:lnSpc>
              <a:spcPct val="100000"/>
            </a:lnSpc>
            <a:spcBef>
              <a:spcPct val="0"/>
            </a:spcBef>
            <a:spcAft>
              <a:spcPct val="35000"/>
            </a:spcAft>
            <a:buNone/>
          </a:pPr>
          <a:r>
            <a:rPr lang="en-US" sz="1900" kern="1200">
              <a:latin typeface="Avenir Next LT Pro"/>
            </a:rPr>
            <a:t>Phase Recap</a:t>
          </a:r>
          <a:endParaRPr lang="en-US" sz="1900" kern="1200"/>
        </a:p>
      </dsp:txBody>
      <dsp:txXfrm>
        <a:off x="570280" y="619505"/>
        <a:ext cx="7110396" cy="493749"/>
      </dsp:txXfrm>
    </dsp:sp>
    <dsp:sp modelId="{28B99B51-90B3-418D-ACCA-2FCD709CE5A0}">
      <dsp:nvSpPr>
        <dsp:cNvPr id="0" name=""/>
        <dsp:cNvSpPr/>
      </dsp:nvSpPr>
      <dsp:spPr>
        <a:xfrm>
          <a:off x="0" y="1236692"/>
          <a:ext cx="7680677" cy="49374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4BDCAD-20F1-4607-A08E-3E45ACC19CA4}">
      <dsp:nvSpPr>
        <dsp:cNvPr id="0" name=""/>
        <dsp:cNvSpPr/>
      </dsp:nvSpPr>
      <dsp:spPr>
        <a:xfrm>
          <a:off x="149359" y="1347785"/>
          <a:ext cx="271562" cy="271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9E539E-CC36-4E9B-8182-245DDA673088}">
      <dsp:nvSpPr>
        <dsp:cNvPr id="0" name=""/>
        <dsp:cNvSpPr/>
      </dsp:nvSpPr>
      <dsp:spPr>
        <a:xfrm>
          <a:off x="570280" y="1236692"/>
          <a:ext cx="7110396" cy="493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55" tIns="52255" rIns="52255" bIns="52255" numCol="1" spcCol="1270" anchor="ctr" anchorCtr="0">
          <a:noAutofit/>
        </a:bodyPr>
        <a:lstStyle/>
        <a:p>
          <a:pPr marL="0" lvl="0" indent="0" algn="l" defTabSz="844550">
            <a:lnSpc>
              <a:spcPct val="100000"/>
            </a:lnSpc>
            <a:spcBef>
              <a:spcPct val="0"/>
            </a:spcBef>
            <a:spcAft>
              <a:spcPct val="35000"/>
            </a:spcAft>
            <a:buNone/>
          </a:pPr>
          <a:r>
            <a:rPr lang="en-US" sz="1900" kern="1200"/>
            <a:t>Data </a:t>
          </a:r>
          <a:r>
            <a:rPr lang="en-US" sz="1900" kern="1200">
              <a:latin typeface="Avenir Next LT Pro"/>
            </a:rPr>
            <a:t>Highlights</a:t>
          </a:r>
          <a:endParaRPr lang="en-US" sz="1900" kern="1200"/>
        </a:p>
      </dsp:txBody>
      <dsp:txXfrm>
        <a:off x="570280" y="1236692"/>
        <a:ext cx="7110396" cy="493749"/>
      </dsp:txXfrm>
    </dsp:sp>
    <dsp:sp modelId="{B707BC96-F26A-4907-BF7D-0F37A1AA457A}">
      <dsp:nvSpPr>
        <dsp:cNvPr id="0" name=""/>
        <dsp:cNvSpPr/>
      </dsp:nvSpPr>
      <dsp:spPr>
        <a:xfrm>
          <a:off x="0" y="1853879"/>
          <a:ext cx="7680677" cy="49374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7D1C22-A743-47D5-86A6-A95974562B5F}">
      <dsp:nvSpPr>
        <dsp:cNvPr id="0" name=""/>
        <dsp:cNvSpPr/>
      </dsp:nvSpPr>
      <dsp:spPr>
        <a:xfrm>
          <a:off x="149359" y="1964972"/>
          <a:ext cx="271562" cy="271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065235-7A7E-4655-AFB1-42FBC213A0C1}">
      <dsp:nvSpPr>
        <dsp:cNvPr id="0" name=""/>
        <dsp:cNvSpPr/>
      </dsp:nvSpPr>
      <dsp:spPr>
        <a:xfrm>
          <a:off x="570280" y="1853879"/>
          <a:ext cx="7110396" cy="493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55" tIns="52255" rIns="52255" bIns="52255" numCol="1" spcCol="1270" anchor="ctr" anchorCtr="0">
          <a:noAutofit/>
        </a:bodyPr>
        <a:lstStyle/>
        <a:p>
          <a:pPr marL="0" lvl="0" indent="0" algn="l" defTabSz="844550" rtl="0">
            <a:lnSpc>
              <a:spcPct val="100000"/>
            </a:lnSpc>
            <a:spcBef>
              <a:spcPct val="0"/>
            </a:spcBef>
            <a:spcAft>
              <a:spcPct val="35000"/>
            </a:spcAft>
            <a:buNone/>
          </a:pPr>
          <a:r>
            <a:rPr lang="en-US" sz="1900" kern="1200">
              <a:latin typeface="Avenir Next LT Pro"/>
            </a:rPr>
            <a:t>Lessons Learned</a:t>
          </a:r>
          <a:endParaRPr lang="en-US" sz="1900" kern="1200"/>
        </a:p>
      </dsp:txBody>
      <dsp:txXfrm>
        <a:off x="570280" y="1853879"/>
        <a:ext cx="7110396" cy="493749"/>
      </dsp:txXfrm>
    </dsp:sp>
    <dsp:sp modelId="{7AAD0498-7600-49B8-B37D-3A2D428A6AF4}">
      <dsp:nvSpPr>
        <dsp:cNvPr id="0" name=""/>
        <dsp:cNvSpPr/>
      </dsp:nvSpPr>
      <dsp:spPr>
        <a:xfrm>
          <a:off x="0" y="2471066"/>
          <a:ext cx="7680677" cy="49374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C1B0E6-32E3-434E-8A8C-741EE9AA4224}">
      <dsp:nvSpPr>
        <dsp:cNvPr id="0" name=""/>
        <dsp:cNvSpPr/>
      </dsp:nvSpPr>
      <dsp:spPr>
        <a:xfrm>
          <a:off x="149359" y="2582159"/>
          <a:ext cx="271562" cy="271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B30270-FD8E-4058-9F5A-E3722DF60DC7}">
      <dsp:nvSpPr>
        <dsp:cNvPr id="0" name=""/>
        <dsp:cNvSpPr/>
      </dsp:nvSpPr>
      <dsp:spPr>
        <a:xfrm>
          <a:off x="570280" y="2471066"/>
          <a:ext cx="7110396" cy="493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55" tIns="52255" rIns="52255" bIns="52255" numCol="1" spcCol="1270" anchor="ctr" anchorCtr="0">
          <a:noAutofit/>
        </a:bodyPr>
        <a:lstStyle/>
        <a:p>
          <a:pPr marL="0" lvl="0" indent="0" algn="l" defTabSz="844550">
            <a:lnSpc>
              <a:spcPct val="100000"/>
            </a:lnSpc>
            <a:spcBef>
              <a:spcPct val="0"/>
            </a:spcBef>
            <a:spcAft>
              <a:spcPct val="35000"/>
            </a:spcAft>
            <a:buNone/>
          </a:pPr>
          <a:r>
            <a:rPr lang="en-US" sz="1900" kern="1200"/>
            <a:t>Recommendations for Next Time</a:t>
          </a:r>
        </a:p>
      </dsp:txBody>
      <dsp:txXfrm>
        <a:off x="570280" y="2471066"/>
        <a:ext cx="7110396" cy="4937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5FF1C-26BE-4DEE-9384-D5AA750C632B}">
      <dsp:nvSpPr>
        <dsp:cNvPr id="0" name=""/>
        <dsp:cNvSpPr/>
      </dsp:nvSpPr>
      <dsp:spPr>
        <a:xfrm>
          <a:off x="0" y="362"/>
          <a:ext cx="7680677" cy="84754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520344-6477-4851-BCE6-DFB59FC9057A}">
      <dsp:nvSpPr>
        <dsp:cNvPr id="0" name=""/>
        <dsp:cNvSpPr/>
      </dsp:nvSpPr>
      <dsp:spPr>
        <a:xfrm>
          <a:off x="256382" y="191059"/>
          <a:ext cx="466150" cy="4661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47C85C-C986-47F3-98FD-A153A97102E5}">
      <dsp:nvSpPr>
        <dsp:cNvPr id="0" name=""/>
        <dsp:cNvSpPr/>
      </dsp:nvSpPr>
      <dsp:spPr>
        <a:xfrm>
          <a:off x="978915" y="362"/>
          <a:ext cx="6701761" cy="84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699" tIns="89699" rIns="89699" bIns="89699" numCol="1" spcCol="1270" anchor="ctr" anchorCtr="0">
          <a:noAutofit/>
        </a:bodyPr>
        <a:lstStyle/>
        <a:p>
          <a:pPr marL="0" lvl="0" indent="0" algn="l" defTabSz="800100">
            <a:lnSpc>
              <a:spcPct val="100000"/>
            </a:lnSpc>
            <a:spcBef>
              <a:spcPct val="0"/>
            </a:spcBef>
            <a:spcAft>
              <a:spcPct val="35000"/>
            </a:spcAft>
            <a:buNone/>
          </a:pPr>
          <a:r>
            <a:rPr lang="en-US" sz="1800" b="1" i="0" kern="1200">
              <a:latin typeface="Arial"/>
            </a:rPr>
            <a:t>Host</a:t>
          </a:r>
          <a:r>
            <a:rPr lang="en-US" sz="1800" b="1" kern="1200">
              <a:latin typeface="Arial"/>
            </a:rPr>
            <a:t> one walkthrough per</a:t>
          </a:r>
          <a:r>
            <a:rPr lang="en-US" sz="1800" b="1" kern="1200">
              <a:latin typeface="Arial"/>
              <a:cs typeface="Arial"/>
            </a:rPr>
            <a:t> hub:</a:t>
          </a:r>
          <a:r>
            <a:rPr lang="en-US" sz="1800" b="0" kern="1200">
              <a:latin typeface="Arial"/>
              <a:cs typeface="Arial"/>
            </a:rPr>
            <a:t> Make attendance mandatory to ensure full participation.</a:t>
          </a:r>
        </a:p>
      </dsp:txBody>
      <dsp:txXfrm>
        <a:off x="978915" y="362"/>
        <a:ext cx="6701761" cy="847545"/>
      </dsp:txXfrm>
    </dsp:sp>
    <dsp:sp modelId="{C690F1F8-0D6F-4E38-94EC-BC5953F8F7D5}">
      <dsp:nvSpPr>
        <dsp:cNvPr id="0" name=""/>
        <dsp:cNvSpPr/>
      </dsp:nvSpPr>
      <dsp:spPr>
        <a:xfrm>
          <a:off x="0" y="1059794"/>
          <a:ext cx="7680677" cy="84754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628FBD-1F41-4FDA-A1A0-61B049FC5197}">
      <dsp:nvSpPr>
        <dsp:cNvPr id="0" name=""/>
        <dsp:cNvSpPr/>
      </dsp:nvSpPr>
      <dsp:spPr>
        <a:xfrm>
          <a:off x="256382" y="1250491"/>
          <a:ext cx="466150" cy="4661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CB1052-FBCB-42B8-99D5-C4A9ED2F4B2C}">
      <dsp:nvSpPr>
        <dsp:cNvPr id="0" name=""/>
        <dsp:cNvSpPr/>
      </dsp:nvSpPr>
      <dsp:spPr>
        <a:xfrm>
          <a:off x="978915" y="1059794"/>
          <a:ext cx="6701761" cy="84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699" tIns="89699" rIns="89699" bIns="89699" numCol="1" spcCol="1270" anchor="ctr" anchorCtr="0">
          <a:noAutofit/>
        </a:bodyPr>
        <a:lstStyle/>
        <a:p>
          <a:pPr marL="0" lvl="0" indent="0" algn="l" defTabSz="800100">
            <a:lnSpc>
              <a:spcPct val="100000"/>
            </a:lnSpc>
            <a:spcBef>
              <a:spcPct val="0"/>
            </a:spcBef>
            <a:spcAft>
              <a:spcPct val="35000"/>
            </a:spcAft>
            <a:buNone/>
          </a:pPr>
          <a:r>
            <a:rPr lang="en-US" sz="1800" b="1" kern="1200">
              <a:latin typeface="Avenir Next LT Pro"/>
              <a:cs typeface="Arial"/>
            </a:rPr>
            <a:t>Integrate interview skills training: </a:t>
          </a:r>
          <a:r>
            <a:rPr lang="en-US" sz="1800" b="0" kern="1200"/>
            <a:t>Include a short segment on interview preparation within the walk-through </a:t>
          </a:r>
          <a:r>
            <a:rPr lang="en-US" sz="1800" b="0" kern="1200">
              <a:latin typeface="Avenir Next LT Pro"/>
            </a:rPr>
            <a:t>session.</a:t>
          </a:r>
          <a:endParaRPr lang="en-US" sz="1800" b="0" kern="1200"/>
        </a:p>
      </dsp:txBody>
      <dsp:txXfrm>
        <a:off x="978915" y="1059794"/>
        <a:ext cx="6701761" cy="847545"/>
      </dsp:txXfrm>
    </dsp:sp>
    <dsp:sp modelId="{D90F2717-559D-42E7-84F0-9A98CEADF6BB}">
      <dsp:nvSpPr>
        <dsp:cNvPr id="0" name=""/>
        <dsp:cNvSpPr/>
      </dsp:nvSpPr>
      <dsp:spPr>
        <a:xfrm>
          <a:off x="0" y="2119226"/>
          <a:ext cx="7680677" cy="84754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01A857-AC7B-449E-AE1B-7D579A573543}">
      <dsp:nvSpPr>
        <dsp:cNvPr id="0" name=""/>
        <dsp:cNvSpPr/>
      </dsp:nvSpPr>
      <dsp:spPr>
        <a:xfrm>
          <a:off x="256382" y="2309923"/>
          <a:ext cx="466150" cy="466150"/>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A430C5-E139-465A-ACEF-EA5B5542AF8C}">
      <dsp:nvSpPr>
        <dsp:cNvPr id="0" name=""/>
        <dsp:cNvSpPr/>
      </dsp:nvSpPr>
      <dsp:spPr>
        <a:xfrm>
          <a:off x="978915" y="2119226"/>
          <a:ext cx="6701761" cy="84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699" tIns="89699" rIns="89699" bIns="89699" numCol="1" spcCol="1270" anchor="ctr" anchorCtr="0">
          <a:noAutofit/>
        </a:bodyPr>
        <a:lstStyle/>
        <a:p>
          <a:pPr marL="0" lvl="0" indent="0" algn="l" defTabSz="800100">
            <a:lnSpc>
              <a:spcPct val="100000"/>
            </a:lnSpc>
            <a:spcBef>
              <a:spcPct val="0"/>
            </a:spcBef>
            <a:spcAft>
              <a:spcPct val="35000"/>
            </a:spcAft>
            <a:buNone/>
          </a:pPr>
          <a:r>
            <a:rPr lang="en-US" sz="1800" b="1" kern="1200">
              <a:latin typeface="Avenir Next LT Pro"/>
            </a:rPr>
            <a:t>Streamline </a:t>
          </a:r>
          <a:r>
            <a:rPr lang="en-US" sz="1800" b="0" kern="1200">
              <a:latin typeface="Avenir Next LT Pro"/>
            </a:rPr>
            <a:t>acceptance and rematch form process</a:t>
          </a:r>
        </a:p>
      </dsp:txBody>
      <dsp:txXfrm>
        <a:off x="978915" y="2119226"/>
        <a:ext cx="6701761" cy="8475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EA5279DF-EB7E-E804-5868-D827966B3956}"/>
            </a:ext>
          </a:extLst>
        </p:cNvPr>
        <p:cNvGrpSpPr/>
        <p:nvPr/>
      </p:nvGrpSpPr>
      <p:grpSpPr>
        <a:xfrm>
          <a:off x="0" y="0"/>
          <a:ext cx="0" cy="0"/>
          <a:chOff x="0" y="0"/>
          <a:chExt cx="0" cy="0"/>
        </a:xfrm>
      </p:grpSpPr>
      <p:sp>
        <p:nvSpPr>
          <p:cNvPr id="59" name="Google Shape;59;g31631870a91_0_5:notes">
            <a:extLst>
              <a:ext uri="{FF2B5EF4-FFF2-40B4-BE49-F238E27FC236}">
                <a16:creationId xmlns:a16="http://schemas.microsoft.com/office/drawing/2014/main" id="{091D772E-23E3-1788-2AF0-2993C7B45E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1631870a91_0_5:notes">
            <a:extLst>
              <a:ext uri="{FF2B5EF4-FFF2-40B4-BE49-F238E27FC236}">
                <a16:creationId xmlns:a16="http://schemas.microsoft.com/office/drawing/2014/main" id="{5DD59755-E0ED-C899-B4A1-FD17721AC7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0316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d5cb60f317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d5cb60f317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Qualitative Portion: </a:t>
            </a:r>
            <a:r>
              <a:rPr lang="en"/>
              <a:t>Here include your steps in your process (you may have none or more than 3) for the phase group, This is a descriptive portion on explaining the process. please see Student Selection Example</a:t>
            </a:r>
          </a:p>
          <a:p>
            <a:pPr marL="0" indent="0">
              <a:buNone/>
            </a:pPr>
            <a:endParaRPr lang="en"/>
          </a:p>
          <a:p>
            <a:pPr marL="0" indent="0">
              <a:buNone/>
            </a:pPr>
            <a:r>
              <a:rPr lang="en"/>
              <a:t>Final Match Outcome</a:t>
            </a:r>
          </a:p>
          <a:p>
            <a:pPr marL="0" indent="0">
              <a:buNone/>
            </a:pPr>
            <a:r>
              <a:rPr lang="en"/>
              <a:t>Acceptance </a:t>
            </a:r>
          </a:p>
          <a:p>
            <a:pPr marL="0" indent="0">
              <a:buNone/>
            </a:pPr>
            <a:r>
              <a:rPr lang="en"/>
              <a:t>Rematch</a:t>
            </a:r>
          </a:p>
          <a:p>
            <a:pPr marL="0" indent="0">
              <a:buNone/>
            </a:pPr>
            <a:r>
              <a:rPr lang="en"/>
              <a:t>FERPA form</a:t>
            </a:r>
          </a:p>
          <a:p>
            <a:pPr marL="0" indent="0">
              <a:buNone/>
            </a:pPr>
            <a:r>
              <a:rPr lang="en"/>
              <a:t>Students hearing from employers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5cb60f317_1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5cb60f317_1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
              <a:t>Add a column for Total</a:t>
            </a:r>
          </a:p>
          <a:p>
            <a:pPr marL="0" indent="0">
              <a:buNone/>
            </a:pPr>
            <a:r>
              <a:rPr lang="en"/>
              <a:t>Asterisk for note on </a:t>
            </a:r>
            <a:r>
              <a:rPr lang="en" err="1"/>
              <a:t>prematching</a:t>
            </a:r>
            <a:endParaRPr lang="en"/>
          </a:p>
          <a:p>
            <a:pPr marL="0" indent="0">
              <a:buNone/>
            </a:pPr>
            <a:endParaRPr lang="en"/>
          </a:p>
          <a:p>
            <a:pPr marL="0" lvl="0" indent="0" algn="l">
              <a:spcBef>
                <a:spcPts val="0"/>
              </a:spcBef>
              <a:spcAft>
                <a:spcPts val="0"/>
              </a:spcAft>
              <a:buNone/>
            </a:pPr>
            <a:r>
              <a:rPr lang="en"/>
              <a:t>This table allows us to compare the performance of different hubs in various metrics. By breaking down the data hub by hub, we can identify trends, outliers, and areas of strength or improvement. For instance, we might observe differences in the number of participants invited, offered opportunities, or successfully interviewed across hubs. Additionally, by including percentages or ranking, we can contextualize how each hub performs relative to others.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Example: </a:t>
            </a:r>
            <a:br>
              <a:rPr lang="en"/>
            </a:br>
            <a:br>
              <a:rPr lang="en"/>
            </a:br>
            <a:r>
              <a:rPr lang="en"/>
              <a:t>CSS Scored(STEP I) with 1,000, Invited(STEP II) 739, Offered(STEP III) 256</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6C552F15-0523-42F2-B729-4C12D9887EEB}"/>
            </a:ext>
          </a:extLst>
        </p:cNvPr>
        <p:cNvGrpSpPr/>
        <p:nvPr/>
      </p:nvGrpSpPr>
      <p:grpSpPr>
        <a:xfrm>
          <a:off x="0" y="0"/>
          <a:ext cx="0" cy="0"/>
          <a:chOff x="0" y="0"/>
          <a:chExt cx="0" cy="0"/>
        </a:xfrm>
      </p:grpSpPr>
      <p:sp>
        <p:nvSpPr>
          <p:cNvPr id="98" name="Google Shape;98;g2d5cb60f317_1_319:notes">
            <a:extLst>
              <a:ext uri="{FF2B5EF4-FFF2-40B4-BE49-F238E27FC236}">
                <a16:creationId xmlns:a16="http://schemas.microsoft.com/office/drawing/2014/main" id="{D2B1A897-AE11-67CB-90AC-3CCB49D467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5cb60f317_1_319:notes">
            <a:extLst>
              <a:ext uri="{FF2B5EF4-FFF2-40B4-BE49-F238E27FC236}">
                <a16:creationId xmlns:a16="http://schemas.microsoft.com/office/drawing/2014/main" id="{7D33A35D-0245-0204-B590-1DBDEC3EBA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table allows us to compare the performance of different hubs in various metrics. By breaking down the data hub by hub, we can identify trends, outliers, and areas of strength or improvement. For instance, we might observe differences in the number of participants invited, offered opportunities, or successfully interviewed across hubs. Additionally, by including percentages or ranking, we can contextualize how each hub performs relative to others.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Example: </a:t>
            </a:r>
            <a:br>
              <a:rPr lang="en"/>
            </a:br>
            <a:br>
              <a:rPr lang="en"/>
            </a:br>
            <a:r>
              <a:rPr lang="en"/>
              <a:t>CSS Scored(STEP I) with 1,000, Invited(STEP II) 739, Offered(STEP III) 256</a:t>
            </a:r>
            <a:endParaRPr/>
          </a:p>
        </p:txBody>
      </p:sp>
    </p:spTree>
    <p:extLst>
      <p:ext uri="{BB962C8B-B14F-4D97-AF65-F5344CB8AC3E}">
        <p14:creationId xmlns:p14="http://schemas.microsoft.com/office/powerpoint/2010/main" val="3812572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d5cb60f317_1_3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d5cb60f317_1_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Please add any lessons that you learned for what did and did not work during the phase group. If there was any Hub interventions that was necessary. Any any niche data points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d5cb60f317_1_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d5cb60f317_1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736A0-9F24-45BF-B389-F6478DB45CE3}"/>
              </a:ext>
            </a:extLst>
          </p:cNvPr>
          <p:cNvSpPr>
            <a:spLocks noGrp="1"/>
          </p:cNvSpPr>
          <p:nvPr>
            <p:ph type="ctrTitle"/>
          </p:nvPr>
        </p:nvSpPr>
        <p:spPr>
          <a:xfrm>
            <a:off x="1143000" y="771526"/>
            <a:ext cx="6858000" cy="1860947"/>
          </a:xfrm>
        </p:spPr>
        <p:txBody>
          <a:bodyPr anchor="b">
            <a:normAutofit/>
          </a:bodyPr>
          <a:lstStyle>
            <a:lvl1pPr algn="ctr">
              <a:lnSpc>
                <a:spcPct val="100000"/>
              </a:lnSpc>
              <a:defRPr sz="7111" spc="1333"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13D85EF-076F-4C35-862A-BAFF685DD6B5}"/>
              </a:ext>
            </a:extLst>
          </p:cNvPr>
          <p:cNvSpPr>
            <a:spLocks noGrp="1"/>
          </p:cNvSpPr>
          <p:nvPr>
            <p:ph type="subTitle" idx="1"/>
          </p:nvPr>
        </p:nvSpPr>
        <p:spPr>
          <a:xfrm>
            <a:off x="1143000" y="2868283"/>
            <a:ext cx="6858000" cy="1075067"/>
          </a:xfrm>
        </p:spPr>
        <p:txBody>
          <a:bodyPr>
            <a:normAutofit/>
          </a:bodyPr>
          <a:lstStyle>
            <a:lvl1pPr marL="0" indent="0" algn="ctr">
              <a:lnSpc>
                <a:spcPct val="150000"/>
              </a:lnSpc>
              <a:buNone/>
              <a:defRPr sz="2844" b="1" cap="all" spc="1067" baseline="0"/>
            </a:lvl1pPr>
            <a:lvl2pPr marL="812810" indent="0" algn="ctr">
              <a:buNone/>
              <a:defRPr sz="2844"/>
            </a:lvl2pPr>
            <a:lvl3pPr marL="1625620" indent="0" algn="ctr">
              <a:buNone/>
              <a:defRPr sz="2844"/>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a:t>Click to edit Master subtitle style</a:t>
            </a:r>
          </a:p>
        </p:txBody>
      </p:sp>
      <p:sp>
        <p:nvSpPr>
          <p:cNvPr id="4" name="Date Placeholder 3">
            <a:extLst>
              <a:ext uri="{FF2B5EF4-FFF2-40B4-BE49-F238E27FC236}">
                <a16:creationId xmlns:a16="http://schemas.microsoft.com/office/drawing/2014/main" id="{CAE221EC-BF54-4DDD-8900-F2027CDAD35C}"/>
              </a:ext>
            </a:extLst>
          </p:cNvPr>
          <p:cNvSpPr>
            <a:spLocks noGrp="1"/>
          </p:cNvSpPr>
          <p:nvPr>
            <p:ph type="dt" sz="half" idx="10"/>
          </p:nvPr>
        </p:nvSpPr>
        <p:spPr/>
        <p:txBody>
          <a:bodyPr/>
          <a:lstStyle/>
          <a:p>
            <a:fld id="{888411FB-1606-4EC5-9BCA-2DC04C2243EA}" type="datetimeFigureOut">
              <a:rPr lang="en-US" dirty="0"/>
              <a:t>7/8/2026</a:t>
            </a:fld>
            <a:endParaRPr lang="en-US"/>
          </a:p>
        </p:txBody>
      </p:sp>
      <p:sp>
        <p:nvSpPr>
          <p:cNvPr id="5" name="Footer Placeholder 4">
            <a:extLst>
              <a:ext uri="{FF2B5EF4-FFF2-40B4-BE49-F238E27FC236}">
                <a16:creationId xmlns:a16="http://schemas.microsoft.com/office/drawing/2014/main" id="{7CD5AB69-7069-48FB-8925-F2BA84129A5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B29C32A-F7A5-4E3B-A28F-09C82341EB22}"/>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2638185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99D7-1EE5-4262-9359-A0E2B733116C}"/>
              </a:ext>
            </a:extLst>
          </p:cNvPr>
          <p:cNvSpPr>
            <a:spLocks noGrp="1"/>
          </p:cNvSpPr>
          <p:nvPr>
            <p:ph type="title"/>
          </p:nvPr>
        </p:nvSpPr>
        <p:spPr>
          <a:xfrm>
            <a:off x="1028701" y="594810"/>
            <a:ext cx="7680677" cy="9251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B3DA1C5-272A-45C2-A11A-E7769A27D32F}"/>
              </a:ext>
            </a:extLst>
          </p:cNvPr>
          <p:cNvSpPr>
            <a:spLocks noGrp="1"/>
          </p:cNvSpPr>
          <p:nvPr>
            <p:ph idx="1"/>
          </p:nvPr>
        </p:nvSpPr>
        <p:spPr>
          <a:xfrm>
            <a:off x="1028701" y="1586205"/>
            <a:ext cx="7680677" cy="29671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63DA15-1EAB-4524-9BB7-8A7DA82A20AD}"/>
              </a:ext>
            </a:extLst>
          </p:cNvPr>
          <p:cNvSpPr>
            <a:spLocks noGrp="1"/>
          </p:cNvSpPr>
          <p:nvPr>
            <p:ph type="dt" sz="half" idx="10"/>
          </p:nvPr>
        </p:nvSpPr>
        <p:spPr/>
        <p:txBody>
          <a:bodyPr/>
          <a:lstStyle/>
          <a:p>
            <a:fld id="{D3BCAA53-8FBA-45E2-8B10-F7DD55E4E759}" type="datetimeFigureOut">
              <a:rPr lang="en-US" dirty="0"/>
              <a:t>7/8/2026</a:t>
            </a:fld>
            <a:endParaRPr lang="en-US"/>
          </a:p>
        </p:txBody>
      </p:sp>
      <p:sp>
        <p:nvSpPr>
          <p:cNvPr id="5" name="Footer Placeholder 4">
            <a:extLst>
              <a:ext uri="{FF2B5EF4-FFF2-40B4-BE49-F238E27FC236}">
                <a16:creationId xmlns:a16="http://schemas.microsoft.com/office/drawing/2014/main" id="{A1EB93B9-7818-489D-AFFB-B6EAD27FF1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4528D36-894E-4FCB-B8BB-84DE89949B23}"/>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3626021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964F1-5687-421F-B3DF-BA3C8DADC0E6}"/>
              </a:ext>
            </a:extLst>
          </p:cNvPr>
          <p:cNvSpPr>
            <a:spLocks noGrp="1"/>
          </p:cNvSpPr>
          <p:nvPr>
            <p:ph type="title"/>
          </p:nvPr>
        </p:nvSpPr>
        <p:spPr>
          <a:xfrm>
            <a:off x="1035698" y="1282304"/>
            <a:ext cx="7474889" cy="2139553"/>
          </a:xfrm>
        </p:spPr>
        <p:txBody>
          <a:bodyPr anchor="b">
            <a:normAutofit/>
          </a:bodyPr>
          <a:lstStyle>
            <a:lvl1pPr>
              <a:defRPr sz="7822" spc="1333" baseline="0"/>
            </a:lvl1pPr>
          </a:lstStyle>
          <a:p>
            <a:r>
              <a:rPr lang="en-US"/>
              <a:t>Click to edit Master title style</a:t>
            </a:r>
          </a:p>
        </p:txBody>
      </p:sp>
      <p:sp>
        <p:nvSpPr>
          <p:cNvPr id="3" name="Text Placeholder 2">
            <a:extLst>
              <a:ext uri="{FF2B5EF4-FFF2-40B4-BE49-F238E27FC236}">
                <a16:creationId xmlns:a16="http://schemas.microsoft.com/office/drawing/2014/main" id="{1DDBB876-5FD9-4964-BD37-6F05DAEBE325}"/>
              </a:ext>
            </a:extLst>
          </p:cNvPr>
          <p:cNvSpPr>
            <a:spLocks noGrp="1"/>
          </p:cNvSpPr>
          <p:nvPr>
            <p:ph type="body" idx="1"/>
          </p:nvPr>
        </p:nvSpPr>
        <p:spPr>
          <a:xfrm>
            <a:off x="1035698" y="3732246"/>
            <a:ext cx="7474890" cy="834992"/>
          </a:xfrm>
        </p:spPr>
        <p:txBody>
          <a:bodyPr>
            <a:normAutofit/>
          </a:bodyPr>
          <a:lstStyle>
            <a:lvl1pPr marL="0" indent="0">
              <a:buNone/>
              <a:defRPr sz="2133" spc="1067">
                <a:solidFill>
                  <a:schemeClr val="tx1">
                    <a:tint val="75000"/>
                  </a:schemeClr>
                </a:solidFill>
              </a:defRPr>
            </a:lvl1pPr>
            <a:lvl2pPr marL="812810" indent="0">
              <a:buNone/>
              <a:defRPr sz="2133">
                <a:solidFill>
                  <a:schemeClr val="tx1">
                    <a:tint val="75000"/>
                  </a:schemeClr>
                </a:solidFill>
              </a:defRPr>
            </a:lvl2pPr>
            <a:lvl3pPr marL="1625620" indent="0">
              <a:buNone/>
              <a:defRPr sz="2133">
                <a:solidFill>
                  <a:schemeClr val="tx1">
                    <a:tint val="75000"/>
                  </a:schemeClr>
                </a:solidFill>
              </a:defRPr>
            </a:lvl3pPr>
            <a:lvl4pPr marL="2438430" indent="0">
              <a:buNone/>
              <a:defRPr sz="2133">
                <a:solidFill>
                  <a:schemeClr val="tx1">
                    <a:tint val="75000"/>
                  </a:schemeClr>
                </a:solidFill>
              </a:defRPr>
            </a:lvl4pPr>
            <a:lvl5pPr marL="3251241" indent="0">
              <a:buNone/>
              <a:defRPr sz="2133">
                <a:solidFill>
                  <a:schemeClr val="tx1">
                    <a:tint val="75000"/>
                  </a:schemeClr>
                </a:solidFill>
              </a:defRPr>
            </a:lvl5pPr>
            <a:lvl6pPr marL="4064051" indent="0">
              <a:buNone/>
              <a:defRPr sz="2133">
                <a:solidFill>
                  <a:schemeClr val="tx1">
                    <a:tint val="75000"/>
                  </a:schemeClr>
                </a:solidFill>
              </a:defRPr>
            </a:lvl6pPr>
            <a:lvl7pPr marL="4876861" indent="0">
              <a:buNone/>
              <a:defRPr sz="2133">
                <a:solidFill>
                  <a:schemeClr val="tx1">
                    <a:tint val="75000"/>
                  </a:schemeClr>
                </a:solidFill>
              </a:defRPr>
            </a:lvl7pPr>
            <a:lvl8pPr marL="5689671" indent="0">
              <a:buNone/>
              <a:defRPr sz="2133">
                <a:solidFill>
                  <a:schemeClr val="tx1">
                    <a:tint val="75000"/>
                  </a:schemeClr>
                </a:solidFill>
              </a:defRPr>
            </a:lvl8pPr>
            <a:lvl9pPr marL="6502481" indent="0">
              <a:buNone/>
              <a:defRPr sz="213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EA80A-FCDD-4009-9A1F-8B54817869DC}"/>
              </a:ext>
            </a:extLst>
          </p:cNvPr>
          <p:cNvSpPr>
            <a:spLocks noGrp="1"/>
          </p:cNvSpPr>
          <p:nvPr>
            <p:ph type="dt" sz="half" idx="10"/>
          </p:nvPr>
        </p:nvSpPr>
        <p:spPr/>
        <p:txBody>
          <a:bodyPr/>
          <a:lstStyle/>
          <a:p>
            <a:fld id="{2F8C84CF-6F0D-4195-920D-9D6F75893720}" type="datetimeFigureOut">
              <a:rPr lang="en-US" dirty="0"/>
              <a:t>7/8/2026</a:t>
            </a:fld>
            <a:endParaRPr lang="en-US"/>
          </a:p>
        </p:txBody>
      </p:sp>
      <p:sp>
        <p:nvSpPr>
          <p:cNvPr id="5" name="Footer Placeholder 4">
            <a:extLst>
              <a:ext uri="{FF2B5EF4-FFF2-40B4-BE49-F238E27FC236}">
                <a16:creationId xmlns:a16="http://schemas.microsoft.com/office/drawing/2014/main" id="{EA4A3422-56D9-4942-BC63-831AED91F16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5D4B42A-AC2C-4FD8-AD0D-BECDD3846D3A}"/>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3915213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FDAF1-8359-4A0F-91B3-03E77C670543}"/>
              </a:ext>
            </a:extLst>
          </p:cNvPr>
          <p:cNvSpPr>
            <a:spLocks noGrp="1"/>
          </p:cNvSpPr>
          <p:nvPr>
            <p:ph type="title"/>
          </p:nvPr>
        </p:nvSpPr>
        <p:spPr>
          <a:xfrm>
            <a:off x="783041" y="342900"/>
            <a:ext cx="7732309" cy="925116"/>
          </a:xfrm>
        </p:spPr>
        <p:txBody>
          <a:bodyPr>
            <a:normAutofit/>
          </a:bodyPr>
          <a:lstStyle>
            <a:lvl1pPr>
              <a:defRPr sz="5689"/>
            </a:lvl1pPr>
          </a:lstStyle>
          <a:p>
            <a:r>
              <a:rPr lang="en-US"/>
              <a:t>Click to edit Master title style</a:t>
            </a:r>
          </a:p>
        </p:txBody>
      </p:sp>
      <p:sp>
        <p:nvSpPr>
          <p:cNvPr id="3" name="Content Placeholder 2">
            <a:extLst>
              <a:ext uri="{FF2B5EF4-FFF2-40B4-BE49-F238E27FC236}">
                <a16:creationId xmlns:a16="http://schemas.microsoft.com/office/drawing/2014/main" id="{4921E3D3-6B33-4CA0-B06B-A8BB05CAB3C4}"/>
              </a:ext>
            </a:extLst>
          </p:cNvPr>
          <p:cNvSpPr>
            <a:spLocks noGrp="1"/>
          </p:cNvSpPr>
          <p:nvPr>
            <p:ph sz="half" idx="1"/>
          </p:nvPr>
        </p:nvSpPr>
        <p:spPr>
          <a:xfrm>
            <a:off x="783040" y="1497106"/>
            <a:ext cx="3731810" cy="31356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29C334-815D-47FD-A9B5-E871E28641C9}"/>
              </a:ext>
            </a:extLst>
          </p:cNvPr>
          <p:cNvSpPr>
            <a:spLocks noGrp="1"/>
          </p:cNvSpPr>
          <p:nvPr>
            <p:ph sz="half" idx="2"/>
          </p:nvPr>
        </p:nvSpPr>
        <p:spPr>
          <a:xfrm>
            <a:off x="4629150" y="1497106"/>
            <a:ext cx="3886200" cy="31356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7975F2-7A90-4820-B90F-D28E31A35EB8}"/>
              </a:ext>
            </a:extLst>
          </p:cNvPr>
          <p:cNvSpPr>
            <a:spLocks noGrp="1"/>
          </p:cNvSpPr>
          <p:nvPr>
            <p:ph type="dt" sz="half" idx="10"/>
          </p:nvPr>
        </p:nvSpPr>
        <p:spPr/>
        <p:txBody>
          <a:bodyPr/>
          <a:lstStyle/>
          <a:p>
            <a:fld id="{121B3BBE-A1CF-4CC7-B02C-EBCBBE110242}" type="datetimeFigureOut">
              <a:rPr lang="en-US" dirty="0"/>
              <a:t>7/8/2026</a:t>
            </a:fld>
            <a:endParaRPr lang="en-US"/>
          </a:p>
        </p:txBody>
      </p:sp>
      <p:sp>
        <p:nvSpPr>
          <p:cNvPr id="6" name="Footer Placeholder 5">
            <a:extLst>
              <a:ext uri="{FF2B5EF4-FFF2-40B4-BE49-F238E27FC236}">
                <a16:creationId xmlns:a16="http://schemas.microsoft.com/office/drawing/2014/main" id="{823CFAD5-8AF8-4610-8324-85AA062E2712}"/>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6808CC8-C46E-4A10-8A83-7A251067EA68}"/>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232044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82B8-F9D9-4F53-A4A6-F12EB5F12846}"/>
              </a:ext>
            </a:extLst>
          </p:cNvPr>
          <p:cNvSpPr>
            <a:spLocks noGrp="1"/>
          </p:cNvSpPr>
          <p:nvPr>
            <p:ph type="title"/>
          </p:nvPr>
        </p:nvSpPr>
        <p:spPr>
          <a:xfrm>
            <a:off x="1026367" y="342900"/>
            <a:ext cx="7490174" cy="925116"/>
          </a:xfrm>
        </p:spPr>
        <p:txBody>
          <a:bodyPr>
            <a:normAutofit/>
          </a:bodyPr>
          <a:lstStyle>
            <a:lvl1pPr>
              <a:defRPr sz="4978"/>
            </a:lvl1pPr>
          </a:lstStyle>
          <a:p>
            <a:r>
              <a:rPr lang="en-US"/>
              <a:t>Click to edit Master title style</a:t>
            </a:r>
          </a:p>
        </p:txBody>
      </p:sp>
      <p:sp>
        <p:nvSpPr>
          <p:cNvPr id="3" name="Text Placeholder 2">
            <a:extLst>
              <a:ext uri="{FF2B5EF4-FFF2-40B4-BE49-F238E27FC236}">
                <a16:creationId xmlns:a16="http://schemas.microsoft.com/office/drawing/2014/main" id="{C1F070CA-85E9-47C7-8564-FFA1AE34B9E5}"/>
              </a:ext>
            </a:extLst>
          </p:cNvPr>
          <p:cNvSpPr>
            <a:spLocks noGrp="1"/>
          </p:cNvSpPr>
          <p:nvPr>
            <p:ph type="body" idx="1"/>
          </p:nvPr>
        </p:nvSpPr>
        <p:spPr>
          <a:xfrm>
            <a:off x="1026368" y="1260872"/>
            <a:ext cx="3471814" cy="617934"/>
          </a:xfrm>
        </p:spPr>
        <p:txBody>
          <a:bodyPr anchor="b"/>
          <a:lstStyle>
            <a:lvl1pPr marL="0" indent="0">
              <a:buNone/>
              <a:defRPr sz="4267" b="1"/>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a:extLst>
              <a:ext uri="{FF2B5EF4-FFF2-40B4-BE49-F238E27FC236}">
                <a16:creationId xmlns:a16="http://schemas.microsoft.com/office/drawing/2014/main" id="{9938D4B1-41B3-4BF5-9076-A16984A81FF1}"/>
              </a:ext>
            </a:extLst>
          </p:cNvPr>
          <p:cNvSpPr>
            <a:spLocks noGrp="1"/>
          </p:cNvSpPr>
          <p:nvPr>
            <p:ph sz="half" idx="2"/>
          </p:nvPr>
        </p:nvSpPr>
        <p:spPr>
          <a:xfrm>
            <a:off x="1026368" y="1878806"/>
            <a:ext cx="3471814"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6A38DC-A016-4CFD-AC19-F24A9E062022}"/>
              </a:ext>
            </a:extLst>
          </p:cNvPr>
          <p:cNvSpPr>
            <a:spLocks noGrp="1"/>
          </p:cNvSpPr>
          <p:nvPr>
            <p:ph type="body" sz="quarter" idx="3"/>
          </p:nvPr>
        </p:nvSpPr>
        <p:spPr>
          <a:xfrm>
            <a:off x="4758612" y="1260872"/>
            <a:ext cx="3757929" cy="617934"/>
          </a:xfrm>
        </p:spPr>
        <p:txBody>
          <a:bodyPr anchor="b"/>
          <a:lstStyle>
            <a:lvl1pPr marL="0" indent="0">
              <a:buNone/>
              <a:defRPr sz="4267" b="1"/>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a:extLst>
              <a:ext uri="{FF2B5EF4-FFF2-40B4-BE49-F238E27FC236}">
                <a16:creationId xmlns:a16="http://schemas.microsoft.com/office/drawing/2014/main" id="{31F930FA-8C00-42AB-B2D1-FE4E4BDB3C6E}"/>
              </a:ext>
            </a:extLst>
          </p:cNvPr>
          <p:cNvSpPr>
            <a:spLocks noGrp="1"/>
          </p:cNvSpPr>
          <p:nvPr>
            <p:ph sz="quarter" idx="4"/>
          </p:nvPr>
        </p:nvSpPr>
        <p:spPr>
          <a:xfrm>
            <a:off x="4758611" y="1878806"/>
            <a:ext cx="375793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8B698E-FAE5-4F2C-AE0E-4FD281E8F30E}"/>
              </a:ext>
            </a:extLst>
          </p:cNvPr>
          <p:cNvSpPr>
            <a:spLocks noGrp="1"/>
          </p:cNvSpPr>
          <p:nvPr>
            <p:ph type="dt" sz="half" idx="10"/>
          </p:nvPr>
        </p:nvSpPr>
        <p:spPr/>
        <p:txBody>
          <a:bodyPr/>
          <a:lstStyle/>
          <a:p>
            <a:fld id="{343D63E4-71A5-4C63-9515-748B28B89764}" type="datetimeFigureOut">
              <a:rPr lang="en-US" dirty="0"/>
              <a:t>7/8/2026</a:t>
            </a:fld>
            <a:endParaRPr lang="en-US"/>
          </a:p>
        </p:txBody>
      </p:sp>
      <p:sp>
        <p:nvSpPr>
          <p:cNvPr id="8" name="Footer Placeholder 7">
            <a:extLst>
              <a:ext uri="{FF2B5EF4-FFF2-40B4-BE49-F238E27FC236}">
                <a16:creationId xmlns:a16="http://schemas.microsoft.com/office/drawing/2014/main" id="{B5C4BB6C-CAA4-4EA8-8EA1-65ADE056F25D}"/>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75BB6A12-0532-47CA-B070-232141CC1064}"/>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08835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8FA1-831E-4AD6-B0D1-BA85E67A5032}"/>
              </a:ext>
            </a:extLst>
          </p:cNvPr>
          <p:cNvSpPr>
            <a:spLocks noGrp="1"/>
          </p:cNvSpPr>
          <p:nvPr>
            <p:ph type="title"/>
          </p:nvPr>
        </p:nvSpPr>
        <p:spPr>
          <a:xfrm>
            <a:off x="1028700" y="342900"/>
            <a:ext cx="7486649" cy="925116"/>
          </a:xfrm>
        </p:spPr>
        <p:txBody>
          <a:bodyPr>
            <a:normAutofit/>
          </a:bodyPr>
          <a:lstStyle>
            <a:lvl1pPr>
              <a:defRPr sz="5689"/>
            </a:lvl1pPr>
          </a:lstStyle>
          <a:p>
            <a:r>
              <a:rPr lang="en-US"/>
              <a:t>Click to edit Master title style</a:t>
            </a:r>
          </a:p>
        </p:txBody>
      </p:sp>
      <p:sp>
        <p:nvSpPr>
          <p:cNvPr id="3" name="Date Placeholder 2">
            <a:extLst>
              <a:ext uri="{FF2B5EF4-FFF2-40B4-BE49-F238E27FC236}">
                <a16:creationId xmlns:a16="http://schemas.microsoft.com/office/drawing/2014/main" id="{ACE94142-C469-4B0E-8C01-C64BA28F52D2}"/>
              </a:ext>
            </a:extLst>
          </p:cNvPr>
          <p:cNvSpPr>
            <a:spLocks noGrp="1"/>
          </p:cNvSpPr>
          <p:nvPr>
            <p:ph type="dt" sz="half" idx="10"/>
          </p:nvPr>
        </p:nvSpPr>
        <p:spPr/>
        <p:txBody>
          <a:bodyPr/>
          <a:lstStyle/>
          <a:p>
            <a:fld id="{C7C92BAC-F228-4DAC-8800-3D810F869187}" type="datetimeFigureOut">
              <a:rPr lang="en-US" dirty="0"/>
              <a:t>7/8/2026</a:t>
            </a:fld>
            <a:endParaRPr lang="en-US"/>
          </a:p>
        </p:txBody>
      </p:sp>
      <p:sp>
        <p:nvSpPr>
          <p:cNvPr id="4" name="Footer Placeholder 3">
            <a:extLst>
              <a:ext uri="{FF2B5EF4-FFF2-40B4-BE49-F238E27FC236}">
                <a16:creationId xmlns:a16="http://schemas.microsoft.com/office/drawing/2014/main" id="{02AAFCE6-5C7E-438F-8D4A-21E155681447}"/>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D2ACFD88-63EA-427F-978C-B7844D1A5E32}"/>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4025545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82A4F0-76A5-4852-982B-32B3B685732E}"/>
              </a:ext>
            </a:extLst>
          </p:cNvPr>
          <p:cNvSpPr>
            <a:spLocks noGrp="1"/>
          </p:cNvSpPr>
          <p:nvPr>
            <p:ph type="dt" sz="half" idx="10"/>
          </p:nvPr>
        </p:nvSpPr>
        <p:spPr/>
        <p:txBody>
          <a:bodyPr/>
          <a:lstStyle/>
          <a:p>
            <a:fld id="{B66EFFE8-7E8E-427A-AB26-E496551AFB7B}" type="datetimeFigureOut">
              <a:rPr lang="en-US" dirty="0"/>
              <a:t>7/8/2026</a:t>
            </a:fld>
            <a:endParaRPr lang="en-US"/>
          </a:p>
        </p:txBody>
      </p:sp>
      <p:sp>
        <p:nvSpPr>
          <p:cNvPr id="3" name="Footer Placeholder 2">
            <a:extLst>
              <a:ext uri="{FF2B5EF4-FFF2-40B4-BE49-F238E27FC236}">
                <a16:creationId xmlns:a16="http://schemas.microsoft.com/office/drawing/2014/main" id="{8750CFAE-4BEB-4272-A2E6-FDD9D6A03290}"/>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43B71B7-74B7-4CF1-8FE0-F4863CD7D97C}"/>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4049354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432BE-C4E5-4F12-AB53-EBEF2B76B251}"/>
              </a:ext>
            </a:extLst>
          </p:cNvPr>
          <p:cNvSpPr>
            <a:spLocks noGrp="1"/>
          </p:cNvSpPr>
          <p:nvPr>
            <p:ph type="title"/>
          </p:nvPr>
        </p:nvSpPr>
        <p:spPr>
          <a:xfrm>
            <a:off x="989067" y="342900"/>
            <a:ext cx="2949178" cy="1441076"/>
          </a:xfrm>
        </p:spPr>
        <p:txBody>
          <a:bodyPr anchor="b"/>
          <a:lstStyle>
            <a:lvl1pPr>
              <a:defRPr sz="5689"/>
            </a:lvl1pPr>
          </a:lstStyle>
          <a:p>
            <a:r>
              <a:rPr lang="en-US"/>
              <a:t>Click to edit Master title style</a:t>
            </a:r>
          </a:p>
        </p:txBody>
      </p:sp>
      <p:sp>
        <p:nvSpPr>
          <p:cNvPr id="3" name="Content Placeholder 2">
            <a:extLst>
              <a:ext uri="{FF2B5EF4-FFF2-40B4-BE49-F238E27FC236}">
                <a16:creationId xmlns:a16="http://schemas.microsoft.com/office/drawing/2014/main" id="{DFAE7F57-4ABF-4BA4-A892-38857A02F60D}"/>
              </a:ext>
            </a:extLst>
          </p:cNvPr>
          <p:cNvSpPr>
            <a:spLocks noGrp="1"/>
          </p:cNvSpPr>
          <p:nvPr>
            <p:ph idx="1"/>
          </p:nvPr>
        </p:nvSpPr>
        <p:spPr>
          <a:xfrm>
            <a:off x="4236098" y="740569"/>
            <a:ext cx="4280443" cy="3655219"/>
          </a:xfrm>
        </p:spPr>
        <p:txBody>
          <a:bodyPr>
            <a:normAutofit/>
          </a:bodyPr>
          <a:lstStyle>
            <a:lvl1pPr>
              <a:defRPr sz="4978"/>
            </a:lvl1pPr>
            <a:lvl2pPr>
              <a:defRPr sz="4267"/>
            </a:lvl2pPr>
            <a:lvl3pPr>
              <a:defRPr sz="3556"/>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32E444-E5BD-443F-AB83-84D7CE0AB768}"/>
              </a:ext>
            </a:extLst>
          </p:cNvPr>
          <p:cNvSpPr>
            <a:spLocks noGrp="1"/>
          </p:cNvSpPr>
          <p:nvPr>
            <p:ph type="body" sz="half" idx="2"/>
          </p:nvPr>
        </p:nvSpPr>
        <p:spPr>
          <a:xfrm>
            <a:off x="989067" y="2099389"/>
            <a:ext cx="2949178" cy="2302352"/>
          </a:xfrm>
        </p:spPr>
        <p:txBody>
          <a:bodyPr/>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211998A4-FD2F-4126-99C5-E2063AE02482}"/>
              </a:ext>
            </a:extLst>
          </p:cNvPr>
          <p:cNvSpPr>
            <a:spLocks noGrp="1"/>
          </p:cNvSpPr>
          <p:nvPr>
            <p:ph type="dt" sz="half" idx="10"/>
          </p:nvPr>
        </p:nvSpPr>
        <p:spPr/>
        <p:txBody>
          <a:bodyPr/>
          <a:lstStyle/>
          <a:p>
            <a:fld id="{C0DC8B19-DE76-4E18-BFC7-EB25B8C421E7}" type="datetimeFigureOut">
              <a:rPr lang="en-US" dirty="0"/>
              <a:t>7/8/2026</a:t>
            </a:fld>
            <a:endParaRPr lang="en-US"/>
          </a:p>
        </p:txBody>
      </p:sp>
      <p:sp>
        <p:nvSpPr>
          <p:cNvPr id="6" name="Footer Placeholder 5">
            <a:extLst>
              <a:ext uri="{FF2B5EF4-FFF2-40B4-BE49-F238E27FC236}">
                <a16:creationId xmlns:a16="http://schemas.microsoft.com/office/drawing/2014/main" id="{E96457D3-F808-4DB2-9C9C-B185E71F26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4131BC9B-21D1-4D2D-B02E-C887A02CA373}"/>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3238377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3EC2-2D8C-4E8D-8CC7-9676480146E2}"/>
              </a:ext>
            </a:extLst>
          </p:cNvPr>
          <p:cNvSpPr>
            <a:spLocks noGrp="1"/>
          </p:cNvSpPr>
          <p:nvPr>
            <p:ph type="title"/>
          </p:nvPr>
        </p:nvSpPr>
        <p:spPr>
          <a:xfrm>
            <a:off x="1034225" y="510851"/>
            <a:ext cx="2949178" cy="1200150"/>
          </a:xfrm>
        </p:spPr>
        <p:txBody>
          <a:bodyPr anchor="b"/>
          <a:lstStyle>
            <a:lvl1pPr>
              <a:defRPr sz="5689"/>
            </a:lvl1pPr>
          </a:lstStyle>
          <a:p>
            <a:r>
              <a:rPr lang="en-US"/>
              <a:t>Click to edit Master title style</a:t>
            </a:r>
          </a:p>
        </p:txBody>
      </p:sp>
      <p:sp>
        <p:nvSpPr>
          <p:cNvPr id="3" name="Picture Placeholder 2">
            <a:extLst>
              <a:ext uri="{FF2B5EF4-FFF2-40B4-BE49-F238E27FC236}">
                <a16:creationId xmlns:a16="http://schemas.microsoft.com/office/drawing/2014/main" id="{6566AF89-5FBD-43DD-958D-A5C608AE2E2C}"/>
              </a:ext>
            </a:extLst>
          </p:cNvPr>
          <p:cNvSpPr>
            <a:spLocks noGrp="1" noChangeAspect="1"/>
          </p:cNvSpPr>
          <p:nvPr>
            <p:ph type="pic" idx="1"/>
          </p:nvPr>
        </p:nvSpPr>
        <p:spPr>
          <a:xfrm>
            <a:off x="4376057" y="643813"/>
            <a:ext cx="4140484" cy="3751976"/>
          </a:xfrm>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lang="en-US"/>
          </a:p>
        </p:txBody>
      </p:sp>
      <p:sp>
        <p:nvSpPr>
          <p:cNvPr id="4" name="Text Placeholder 3">
            <a:extLst>
              <a:ext uri="{FF2B5EF4-FFF2-40B4-BE49-F238E27FC236}">
                <a16:creationId xmlns:a16="http://schemas.microsoft.com/office/drawing/2014/main" id="{F770A545-2CE6-48C4-A725-EF68A3F1BFCB}"/>
              </a:ext>
            </a:extLst>
          </p:cNvPr>
          <p:cNvSpPr>
            <a:spLocks noGrp="1"/>
          </p:cNvSpPr>
          <p:nvPr>
            <p:ph type="body" sz="half" idx="2"/>
          </p:nvPr>
        </p:nvSpPr>
        <p:spPr>
          <a:xfrm>
            <a:off x="1034225" y="1711001"/>
            <a:ext cx="2949178" cy="2858691"/>
          </a:xfrm>
        </p:spPr>
        <p:txBody>
          <a:bodyPr/>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FB4466B2-6FE6-4352-BBF9-84BCD946C28B}"/>
              </a:ext>
            </a:extLst>
          </p:cNvPr>
          <p:cNvSpPr>
            <a:spLocks noGrp="1"/>
          </p:cNvSpPr>
          <p:nvPr>
            <p:ph type="dt" sz="half" idx="10"/>
          </p:nvPr>
        </p:nvSpPr>
        <p:spPr/>
        <p:txBody>
          <a:bodyPr/>
          <a:lstStyle/>
          <a:p>
            <a:fld id="{9C10BD94-1F69-4074-BD82-D6EDB89FE74F}" type="datetimeFigureOut">
              <a:rPr lang="en-US" dirty="0"/>
              <a:t>7/8/2026</a:t>
            </a:fld>
            <a:endParaRPr lang="en-US"/>
          </a:p>
        </p:txBody>
      </p:sp>
      <p:sp>
        <p:nvSpPr>
          <p:cNvPr id="6" name="Footer Placeholder 5">
            <a:extLst>
              <a:ext uri="{FF2B5EF4-FFF2-40B4-BE49-F238E27FC236}">
                <a16:creationId xmlns:a16="http://schemas.microsoft.com/office/drawing/2014/main" id="{398991BC-29A5-4182-BD83-9D99D28894A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C1C78F-6633-4604-8832-8E9D2DC768BB}"/>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554834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A997B-D473-47DE-8B7B-22AB6F31E4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526035-4B81-4537-A22D-92C2E0DBB6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A44D-F637-4017-BAA2-77756A386D98}"/>
              </a:ext>
            </a:extLst>
          </p:cNvPr>
          <p:cNvSpPr>
            <a:spLocks noGrp="1"/>
          </p:cNvSpPr>
          <p:nvPr>
            <p:ph type="dt" sz="half" idx="10"/>
          </p:nvPr>
        </p:nvSpPr>
        <p:spPr/>
        <p:txBody>
          <a:bodyPr/>
          <a:lstStyle/>
          <a:p>
            <a:fld id="{EE1F3D07-6BCF-40BC-A7F7-89BB8FFE98C6}" type="datetimeFigureOut">
              <a:rPr lang="en-US" dirty="0"/>
              <a:t>7/8/2026</a:t>
            </a:fld>
            <a:endParaRPr lang="en-US"/>
          </a:p>
        </p:txBody>
      </p:sp>
      <p:sp>
        <p:nvSpPr>
          <p:cNvPr id="5" name="Footer Placeholder 4">
            <a:extLst>
              <a:ext uri="{FF2B5EF4-FFF2-40B4-BE49-F238E27FC236}">
                <a16:creationId xmlns:a16="http://schemas.microsoft.com/office/drawing/2014/main" id="{EEC1DCE6-ED7D-417C-ABD4-41D61570FF3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CAAF19A-FDAE-446A-A6B6-128F7F96A966}"/>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925816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96D838-45E9-4D61-AA4E-92A32B579FDA}"/>
              </a:ext>
            </a:extLst>
          </p:cNvPr>
          <p:cNvSpPr>
            <a:spLocks noGrp="1"/>
          </p:cNvSpPr>
          <p:nvPr>
            <p:ph type="title" orient="vert"/>
          </p:nvPr>
        </p:nvSpPr>
        <p:spPr>
          <a:xfrm>
            <a:off x="6543675" y="342900"/>
            <a:ext cx="1971675" cy="428982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3183D0-4392-4364-8A2D-C47A2AF7A87D}"/>
              </a:ext>
            </a:extLst>
          </p:cNvPr>
          <p:cNvSpPr>
            <a:spLocks noGrp="1"/>
          </p:cNvSpPr>
          <p:nvPr>
            <p:ph type="body" orient="vert" idx="1"/>
          </p:nvPr>
        </p:nvSpPr>
        <p:spPr>
          <a:xfrm>
            <a:off x="628650" y="342900"/>
            <a:ext cx="5800725" cy="4289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A36C9-28D5-4820-84F1-E4B9F4E50FA9}"/>
              </a:ext>
            </a:extLst>
          </p:cNvPr>
          <p:cNvSpPr>
            <a:spLocks noGrp="1"/>
          </p:cNvSpPr>
          <p:nvPr>
            <p:ph type="dt" sz="half" idx="10"/>
          </p:nvPr>
        </p:nvSpPr>
        <p:spPr/>
        <p:txBody>
          <a:bodyPr/>
          <a:lstStyle/>
          <a:p>
            <a:fld id="{CED16D97-0980-426F-BEA7-F6EB2DE3AC08}" type="datetimeFigureOut">
              <a:rPr lang="en-US" dirty="0"/>
              <a:t>7/8/2026</a:t>
            </a:fld>
            <a:endParaRPr lang="en-US"/>
          </a:p>
        </p:txBody>
      </p:sp>
      <p:sp>
        <p:nvSpPr>
          <p:cNvPr id="5" name="Footer Placeholder 4">
            <a:extLst>
              <a:ext uri="{FF2B5EF4-FFF2-40B4-BE49-F238E27FC236}">
                <a16:creationId xmlns:a16="http://schemas.microsoft.com/office/drawing/2014/main" id="{8997EDC8-558D-4646-86D9-A5424CF2A2B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F0B7537-E67A-411A-BBA4-061521D3D881}"/>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654501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412513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Lst>
          </p:cNvPr>
          <p:cNvSpPr/>
          <p:nvPr/>
        </p:nvSpPr>
        <p:spPr>
          <a:xfrm rot="10800000" flipH="1">
            <a:off x="0" y="4800600"/>
            <a:ext cx="9144000" cy="342580"/>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EC44F520-2598-460E-9F91-B02F60830CA2}"/>
              </a:ext>
            </a:extLst>
          </p:cNvPr>
          <p:cNvSpPr/>
          <p:nvPr/>
        </p:nvSpPr>
        <p:spPr>
          <a:xfrm flipH="1">
            <a:off x="3028950" y="4800599"/>
            <a:ext cx="6115049" cy="342579"/>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AD478F2F-4F04-4604-9005-BF0CB1142512}"/>
              </a:ext>
            </a:extLst>
          </p:cNvPr>
          <p:cNvSpPr>
            <a:spLocks noGrp="1"/>
          </p:cNvSpPr>
          <p:nvPr>
            <p:ph type="title"/>
          </p:nvPr>
        </p:nvSpPr>
        <p:spPr>
          <a:xfrm>
            <a:off x="1028700" y="271250"/>
            <a:ext cx="7357782" cy="1244553"/>
          </a:xfrm>
          <a:prstGeom prst="rect">
            <a:avLst/>
          </a:prstGeom>
        </p:spPr>
        <p:txBody>
          <a:bodyPr vert="horz" lIns="0" tIns="0" rIns="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B54A17D2-52AF-4B40-80A8-3E0DB855F297}"/>
              </a:ext>
            </a:extLst>
          </p:cNvPr>
          <p:cNvSpPr>
            <a:spLocks noGrp="1"/>
          </p:cNvSpPr>
          <p:nvPr>
            <p:ph type="body" idx="1"/>
          </p:nvPr>
        </p:nvSpPr>
        <p:spPr>
          <a:xfrm>
            <a:off x="1028700" y="1714501"/>
            <a:ext cx="7357782" cy="289335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2E0AA-D5B3-4BCF-BA69-209D9B335A06}"/>
              </a:ext>
            </a:extLst>
          </p:cNvPr>
          <p:cNvSpPr>
            <a:spLocks noGrp="1"/>
          </p:cNvSpPr>
          <p:nvPr>
            <p:ph type="dt" sz="half" idx="2"/>
          </p:nvPr>
        </p:nvSpPr>
        <p:spPr>
          <a:xfrm>
            <a:off x="5932583" y="4806877"/>
            <a:ext cx="2776794" cy="336623"/>
          </a:xfrm>
          <a:prstGeom prst="rect">
            <a:avLst/>
          </a:prstGeom>
        </p:spPr>
        <p:txBody>
          <a:bodyPr vert="horz" lIns="91440" tIns="45720" rIns="91440" bIns="45720" rtlCol="0" anchor="ctr"/>
          <a:lstStyle>
            <a:lvl1pPr algn="r">
              <a:defRPr sz="1422" cap="all" spc="533" baseline="0">
                <a:solidFill>
                  <a:schemeClr val="bg1"/>
                </a:solidFill>
              </a:defRPr>
            </a:lvl1pPr>
          </a:lstStyle>
          <a:p>
            <a:fld id="{149C728D-416F-40D5-8F13-55E5DD1CE8D1}" type="datetimeFigureOut">
              <a:rPr lang="en-US" dirty="0"/>
              <a:t>7/8/2026</a:t>
            </a:fld>
            <a:endParaRPr lang="en-US"/>
          </a:p>
        </p:txBody>
      </p:sp>
      <p:sp>
        <p:nvSpPr>
          <p:cNvPr id="5" name="Footer Placeholder 4">
            <a:extLst>
              <a:ext uri="{FF2B5EF4-FFF2-40B4-BE49-F238E27FC236}">
                <a16:creationId xmlns:a16="http://schemas.microsoft.com/office/drawing/2014/main" id="{5F10A637-D86F-4FA1-985D-2D82456511B1}"/>
              </a:ext>
            </a:extLst>
          </p:cNvPr>
          <p:cNvSpPr>
            <a:spLocks noGrp="1"/>
          </p:cNvSpPr>
          <p:nvPr>
            <p:ph type="ftr" sz="quarter" idx="3"/>
          </p:nvPr>
        </p:nvSpPr>
        <p:spPr>
          <a:xfrm rot="5400000">
            <a:off x="-1371601" y="1434163"/>
            <a:ext cx="3086100" cy="342900"/>
          </a:xfrm>
          <a:prstGeom prst="rect">
            <a:avLst/>
          </a:prstGeom>
        </p:spPr>
        <p:txBody>
          <a:bodyPr vert="horz" lIns="91440" tIns="45720" rIns="91440" bIns="45720" rtlCol="0" anchor="ctr"/>
          <a:lstStyle>
            <a:lvl1pPr algn="l">
              <a:defRPr sz="1422" b="1">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80F2FA4D-A931-46BA-B767-29A6FD5AAD2A}"/>
              </a:ext>
            </a:extLst>
          </p:cNvPr>
          <p:cNvSpPr>
            <a:spLocks noGrp="1"/>
          </p:cNvSpPr>
          <p:nvPr>
            <p:ph type="sldNum" sz="quarter" idx="4"/>
          </p:nvPr>
        </p:nvSpPr>
        <p:spPr>
          <a:xfrm>
            <a:off x="8752259" y="4806556"/>
            <a:ext cx="328989" cy="336623"/>
          </a:xfrm>
          <a:prstGeom prst="rect">
            <a:avLst/>
          </a:prstGeom>
        </p:spPr>
        <p:txBody>
          <a:bodyPr vert="horz" lIns="91440" tIns="45720" rIns="91440" bIns="45720" rtlCol="0" anchor="ctr"/>
          <a:lstStyle>
            <a:lvl1pPr algn="r">
              <a:defRPr sz="1422">
                <a:solidFill>
                  <a:schemeClr val="bg1"/>
                </a:solidFill>
              </a:defRPr>
            </a:lvl1pPr>
          </a:lstStyle>
          <a:p>
            <a:fld id="{017DE1FC-E54A-4B87-A814-263D1E8654B2}" type="slidenum">
              <a:rPr lang="en-US" dirty="0"/>
              <a:t>‹#›</a:t>
            </a:fld>
            <a:endParaRPr lang="en-US"/>
          </a:p>
        </p:txBody>
      </p:sp>
    </p:spTree>
    <p:extLst>
      <p:ext uri="{BB962C8B-B14F-4D97-AF65-F5344CB8AC3E}">
        <p14:creationId xmlns:p14="http://schemas.microsoft.com/office/powerpoint/2010/main" val="218226824"/>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hdr="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orient="horz" pos="216" userDrawn="1">
          <p15:clr>
            <a:srgbClr val="F26B43"/>
          </p15:clr>
        </p15:guide>
        <p15:guide id="4" pos="216" userDrawn="1">
          <p15:clr>
            <a:srgbClr val="F26B43"/>
          </p15:clr>
        </p15:guide>
        <p15:guide id="5" orient="horz" pos="3024" userDrawn="1">
          <p15:clr>
            <a:srgbClr val="F26B43"/>
          </p15:clr>
        </p15:guide>
        <p15:guide id="6" pos="5544" userDrawn="1">
          <p15:clr>
            <a:srgbClr val="F26B43"/>
          </p15:clr>
        </p15:guide>
        <p15:guide id="7" pos="3834" userDrawn="1">
          <p15:clr>
            <a:srgbClr val="F26B43"/>
          </p15:clr>
        </p15:guide>
        <p15:guide id="8" pos="1908" userDrawn="1">
          <p15:clr>
            <a:srgbClr val="F26B43"/>
          </p15:clr>
        </p15:guide>
        <p15:guide id="9" pos="648" userDrawn="1">
          <p15:clr>
            <a:srgbClr val="F26B43"/>
          </p15:clr>
        </p15:guide>
        <p15:guide id="10" orient="horz" pos="486" userDrawn="1">
          <p15:clr>
            <a:srgbClr val="F26B43"/>
          </p15:clr>
        </p15:guide>
        <p15:guide id="11" pos="511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p:txBody>
          <a:bodyPr spcFirstLastPara="1" vert="horz" lIns="0" tIns="0" rIns="0" bIns="0" rtlCol="0" anchor="b" anchorCtr="0">
            <a:normAutofit/>
          </a:bodyPr>
          <a:lstStyle/>
          <a:p>
            <a:pPr>
              <a:lnSpc>
                <a:spcPct val="90000"/>
              </a:lnSpc>
            </a:pPr>
            <a:r>
              <a:rPr lang="en-US" sz="4300" b="1" i="0" kern="1200" cap="all" spc="1333" baseline="0">
                <a:latin typeface="+mj-lt"/>
                <a:ea typeface="+mj-ea"/>
                <a:cs typeface="+mj-cs"/>
              </a:rPr>
              <a:t>CUNY </a:t>
            </a:r>
            <a:br>
              <a:rPr lang="en-US" sz="4300" b="1" i="0" kern="1200" cap="all" spc="1333" baseline="0"/>
            </a:br>
            <a:r>
              <a:rPr lang="en-US" sz="4300"/>
              <a:t>career launch</a:t>
            </a:r>
            <a:endParaRPr lang="en-US" sz="4300" b="1" i="0" kern="1200" cap="all" spc="1333" baseline="0">
              <a:latin typeface="+mj-lt"/>
              <a:ea typeface="+mj-ea"/>
              <a:cs typeface="+mj-cs"/>
            </a:endParaRPr>
          </a:p>
          <a:p>
            <a:pPr marL="0" lvl="0" indent="0">
              <a:lnSpc>
                <a:spcPct val="90000"/>
              </a:lnSpc>
              <a:spcAft>
                <a:spcPts val="0"/>
              </a:spcAft>
            </a:pPr>
            <a:r>
              <a:rPr lang="en-US" sz="4300" b="1" i="0" kern="1200" cap="all" spc="1333" baseline="0">
                <a:latin typeface="+mj-lt"/>
                <a:ea typeface="+mj-ea"/>
                <a:cs typeface="+mj-cs"/>
              </a:rPr>
              <a:t>2025</a:t>
            </a:r>
            <a:endParaRPr lang="en-US" sz="4300" b="1" i="0" kern="1200" cap="all" spc="1333" baseline="0">
              <a:latin typeface="+mj-lt"/>
            </a:endParaRPr>
          </a:p>
        </p:txBody>
      </p:sp>
      <p:sp>
        <p:nvSpPr>
          <p:cNvPr id="62" name="Date Placeholder 3">
            <a:extLst>
              <a:ext uri="{FF2B5EF4-FFF2-40B4-BE49-F238E27FC236}">
                <a16:creationId xmlns:a16="http://schemas.microsoft.com/office/drawing/2014/main" id="{9456C0F5-FB9B-E9B0-3718-FA19F24BAA9A}"/>
              </a:ext>
            </a:extLst>
          </p:cNvPr>
          <p:cNvSpPr>
            <a:spLocks noGrp="1"/>
          </p:cNvSpPr>
          <p:nvPr>
            <p:ph type="dt" sz="half" idx="10"/>
          </p:nvPr>
        </p:nvSpPr>
        <p:spPr/>
        <p:txBody>
          <a:bodyPr/>
          <a:lstStyle/>
          <a:p>
            <a:pPr>
              <a:spcAft>
                <a:spcPts val="600"/>
              </a:spcAft>
            </a:pPr>
            <a:fld id="{F8AC8A4E-3375-434A-9BDA-A8C8F4C2398B}" type="datetime1">
              <a:rPr lang="en-US"/>
              <a:pPr>
                <a:spcAft>
                  <a:spcPts val="600"/>
                </a:spcAft>
              </a:pPr>
              <a:t>7/8/2026</a:t>
            </a:fld>
            <a:endParaRPr lang="en-US"/>
          </a:p>
        </p:txBody>
      </p:sp>
      <p:sp>
        <p:nvSpPr>
          <p:cNvPr id="64" name="Footer Placeholder 4">
            <a:extLst>
              <a:ext uri="{FF2B5EF4-FFF2-40B4-BE49-F238E27FC236}">
                <a16:creationId xmlns:a16="http://schemas.microsoft.com/office/drawing/2014/main" id="{96EA7181-871E-CEE5-3ED6-7345A942B9ED}"/>
              </a:ext>
            </a:extLst>
          </p:cNvPr>
          <p:cNvSpPr>
            <a:spLocks noGrp="1"/>
          </p:cNvSpPr>
          <p:nvPr>
            <p:ph type="ftr" sz="quarter" idx="11"/>
          </p:nvPr>
        </p:nvSpPr>
        <p:spPr/>
        <p:txBody>
          <a:bodyPr/>
          <a:lstStyle/>
          <a:p>
            <a:pPr>
              <a:spcAft>
                <a:spcPts val="600"/>
              </a:spcAft>
            </a:pPr>
            <a:r>
              <a:rPr lang="en-US"/>
              <a:t>
              </a:t>
            </a:r>
          </a:p>
        </p:txBody>
      </p:sp>
      <p:sp>
        <p:nvSpPr>
          <p:cNvPr id="56" name="Google Shape;56;p13"/>
          <p:cNvSpPr txBox="1">
            <a:spLocks noGrp="1"/>
          </p:cNvSpPr>
          <p:nvPr>
            <p:ph type="sldNum" sz="quarter" idx="12"/>
          </p:nvPr>
        </p:nvSpPr>
        <p:spPr/>
        <p:txBody>
          <a:bodyPr spcFirstLastPara="1" vert="horz" lIns="91440" tIns="45720" rIns="91440" bIns="45720" rtlCol="0" anchor="ctr" anchorCtr="0">
            <a:normAutofit/>
          </a:bodyPr>
          <a:lstStyle/>
          <a:p>
            <a:pPr marL="0" lvl="0" indent="0">
              <a:lnSpc>
                <a:spcPct val="90000"/>
              </a:lnSpc>
              <a:spcAft>
                <a:spcPts val="600"/>
              </a:spcAft>
              <a:buFont typeface="Arial"/>
              <a:buNone/>
            </a:pPr>
            <a:fld id="{00000000-1234-1234-1234-123412341234}" type="slidenum">
              <a:rPr lang="en-US" sz="1200"/>
              <a:pPr marL="0" lvl="0" indent="0">
                <a:lnSpc>
                  <a:spcPct val="90000"/>
                </a:lnSpc>
                <a:spcAft>
                  <a:spcPts val="600"/>
                </a:spcAft>
                <a:buFont typeface="Arial"/>
                <a:buNone/>
              </a:pPr>
              <a:t>1</a:t>
            </a:fld>
            <a:endParaRPr lang="en-US" sz="1200"/>
          </a:p>
        </p:txBody>
      </p:sp>
      <p:sp>
        <p:nvSpPr>
          <p:cNvPr id="57" name="Google Shape;57;p13"/>
          <p:cNvSpPr txBox="1"/>
          <p:nvPr/>
        </p:nvSpPr>
        <p:spPr>
          <a:xfrm>
            <a:off x="1035698" y="3732246"/>
            <a:ext cx="7474890" cy="834992"/>
          </a:xfrm>
          <a:prstGeom prst="rect">
            <a:avLst/>
          </a:prstGeom>
        </p:spPr>
        <p:txBody>
          <a:bodyPr spcFirstLastPara="1" vert="horz" lIns="0" tIns="0" rIns="0" bIns="0" rtlCol="0" anchorCtr="0">
            <a:normAutofit/>
          </a:bodyPr>
          <a:lstStyle/>
          <a:p>
            <a:pPr>
              <a:lnSpc>
                <a:spcPct val="120000"/>
              </a:lnSpc>
              <a:spcBef>
                <a:spcPts val="1000"/>
              </a:spcBef>
            </a:pPr>
            <a:r>
              <a:rPr lang="en-US" sz="2133" b="1" kern="1200" spc="1067">
                <a:solidFill>
                  <a:schemeClr val="tx1">
                    <a:tint val="75000"/>
                  </a:schemeClr>
                </a:solidFill>
                <a:latin typeface="+mn-lt"/>
                <a:ea typeface="+mn-ea"/>
                <a:cs typeface="+mn-cs"/>
              </a:rPr>
              <a:t>Matching Data Wrap Up</a:t>
            </a:r>
            <a:endParaRPr lang="en-US" sz="2133" kern="1200" spc="1067">
              <a:solidFill>
                <a:schemeClr val="tx1">
                  <a:tint val="75000"/>
                </a:schemeClr>
              </a:solidFill>
              <a:latin typeface="+mn-lt"/>
              <a:ea typeface="+mn-ea"/>
              <a:cs typeface="+mn-cs"/>
            </a:endParaRPr>
          </a:p>
        </p:txBody>
      </p:sp>
      <p:pic>
        <p:nvPicPr>
          <p:cNvPr id="2" name="Graphic 1" descr="Puzzle with solid fill">
            <a:extLst>
              <a:ext uri="{FF2B5EF4-FFF2-40B4-BE49-F238E27FC236}">
                <a16:creationId xmlns:a16="http://schemas.microsoft.com/office/drawing/2014/main" id="{62249489-7E17-1043-AF02-72EBF0D01C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2885" y="3889189"/>
            <a:ext cx="914400" cy="914400"/>
          </a:xfrm>
          <a:prstGeom prst="rect">
            <a:avLst/>
          </a:prstGeom>
        </p:spPr>
      </p:pic>
      <p:pic>
        <p:nvPicPr>
          <p:cNvPr id="3" name="Graphic 2" descr="Puzzle with solid fill">
            <a:extLst>
              <a:ext uri="{FF2B5EF4-FFF2-40B4-BE49-F238E27FC236}">
                <a16:creationId xmlns:a16="http://schemas.microsoft.com/office/drawing/2014/main" id="{F87158A6-C6B2-2F46-4DE5-39FA0DCA35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580000">
            <a:off x="7229188" y="3277443"/>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EA3B89A-F895-112A-4615-0F7DF5F14713}"/>
            </a:ext>
          </a:extLst>
        </p:cNvPr>
        <p:cNvGrpSpPr/>
        <p:nvPr/>
      </p:nvGrpSpPr>
      <p:grpSpPr>
        <a:xfrm>
          <a:off x="0" y="0"/>
          <a:ext cx="0" cy="0"/>
          <a:chOff x="0" y="0"/>
          <a:chExt cx="0" cy="0"/>
        </a:xfrm>
      </p:grpSpPr>
      <p:sp>
        <p:nvSpPr>
          <p:cNvPr id="62" name="Google Shape;62;p14">
            <a:extLst>
              <a:ext uri="{FF2B5EF4-FFF2-40B4-BE49-F238E27FC236}">
                <a16:creationId xmlns:a16="http://schemas.microsoft.com/office/drawing/2014/main" id="{60A544B4-B7E7-2B47-D5D6-00E3C5837A9B}"/>
              </a:ext>
            </a:extLst>
          </p:cNvPr>
          <p:cNvSpPr txBox="1">
            <a:spLocks noGrp="1"/>
          </p:cNvSpPr>
          <p:nvPr>
            <p:ph type="title"/>
          </p:nvPr>
        </p:nvSpPr>
        <p:spPr/>
        <p:txBody>
          <a:bodyPr spcFirstLastPara="1" lIns="91425" tIns="91425" rIns="91425" bIns="91425" anchor="b" anchorCtr="0">
            <a:normAutofit/>
          </a:bodyPr>
          <a:lstStyle/>
          <a:p>
            <a:pPr marL="0" lvl="0" indent="0" rtl="0">
              <a:spcBef>
                <a:spcPts val="0"/>
              </a:spcBef>
              <a:spcAft>
                <a:spcPts val="0"/>
              </a:spcAft>
              <a:buNone/>
            </a:pPr>
            <a:r>
              <a:rPr lang="en-US"/>
              <a:t>Agenda</a:t>
            </a:r>
          </a:p>
          <a:p>
            <a:pPr marL="0" lvl="0" indent="0" rtl="0">
              <a:spcBef>
                <a:spcPts val="0"/>
              </a:spcBef>
              <a:spcAft>
                <a:spcPts val="0"/>
              </a:spcAft>
              <a:buNone/>
            </a:pPr>
            <a:endParaRPr lang="en-US"/>
          </a:p>
        </p:txBody>
      </p:sp>
      <p:sp>
        <p:nvSpPr>
          <p:cNvPr id="70" name="Date Placeholder 3">
            <a:extLst>
              <a:ext uri="{FF2B5EF4-FFF2-40B4-BE49-F238E27FC236}">
                <a16:creationId xmlns:a16="http://schemas.microsoft.com/office/drawing/2014/main" id="{F237AA34-E664-4E08-6CC3-6E62CFBF0F4E}"/>
              </a:ext>
            </a:extLst>
          </p:cNvPr>
          <p:cNvSpPr>
            <a:spLocks noGrp="1"/>
          </p:cNvSpPr>
          <p:nvPr>
            <p:ph type="dt" sz="half" idx="10"/>
          </p:nvPr>
        </p:nvSpPr>
        <p:spPr/>
        <p:txBody>
          <a:bodyPr anchor="ctr">
            <a:normAutofit/>
          </a:bodyPr>
          <a:lstStyle/>
          <a:p>
            <a:pPr>
              <a:spcAft>
                <a:spcPts val="600"/>
              </a:spcAft>
            </a:pPr>
            <a:fld id="{3BC61505-0E70-4FD3-A537-818C992A0968}" type="datetime1">
              <a:rPr lang="en-US"/>
              <a:pPr>
                <a:spcAft>
                  <a:spcPts val="600"/>
                </a:spcAft>
              </a:pPr>
              <a:t>7/8/2026</a:t>
            </a:fld>
            <a:endParaRPr lang="en-US"/>
          </a:p>
        </p:txBody>
      </p:sp>
      <p:sp>
        <p:nvSpPr>
          <p:cNvPr id="72" name="Footer Placeholder 4">
            <a:extLst>
              <a:ext uri="{FF2B5EF4-FFF2-40B4-BE49-F238E27FC236}">
                <a16:creationId xmlns:a16="http://schemas.microsoft.com/office/drawing/2014/main" id="{396652AD-D5B7-ED35-E16F-F28F5D472798}"/>
              </a:ext>
            </a:extLst>
          </p:cNvPr>
          <p:cNvSpPr>
            <a:spLocks noGrp="1"/>
          </p:cNvSpPr>
          <p:nvPr>
            <p:ph type="ftr" sz="quarter" idx="11"/>
          </p:nvPr>
        </p:nvSpPr>
        <p:spPr/>
        <p:txBody>
          <a:bodyPr anchor="ctr">
            <a:normAutofit/>
          </a:bodyPr>
          <a:lstStyle/>
          <a:p>
            <a:pPr>
              <a:lnSpc>
                <a:spcPct val="90000"/>
              </a:lnSpc>
              <a:spcAft>
                <a:spcPts val="600"/>
              </a:spcAft>
            </a:pPr>
            <a:r>
              <a:rPr lang="en-US" sz="600"/>
              <a:t>
              </a:t>
            </a:r>
          </a:p>
        </p:txBody>
      </p:sp>
      <p:sp>
        <p:nvSpPr>
          <p:cNvPr id="64" name="Google Shape;64;p14">
            <a:extLst>
              <a:ext uri="{FF2B5EF4-FFF2-40B4-BE49-F238E27FC236}">
                <a16:creationId xmlns:a16="http://schemas.microsoft.com/office/drawing/2014/main" id="{FD3BC08B-C695-8248-EAE6-28D691C1707A}"/>
              </a:ext>
            </a:extLst>
          </p:cNvPr>
          <p:cNvSpPr txBox="1">
            <a:spLocks noGrp="1"/>
          </p:cNvSpPr>
          <p:nvPr>
            <p:ph type="sldNum" sz="quarter" idx="12"/>
          </p:nvPr>
        </p:nvSpPr>
        <p:spPr/>
        <p:txBody>
          <a:bodyPr spcFirstLastPara="1" lIns="91425" tIns="91425" rIns="91425" bIns="91425" anchor="ctr" anchorCtr="0">
            <a:normAutofit/>
          </a:bodyPr>
          <a:lstStyle/>
          <a:p>
            <a:pPr marL="0" lvl="0" indent="0" rtl="0">
              <a:lnSpc>
                <a:spcPct val="90000"/>
              </a:lnSpc>
              <a:spcBef>
                <a:spcPts val="0"/>
              </a:spcBef>
              <a:spcAft>
                <a:spcPts val="600"/>
              </a:spcAft>
              <a:buNone/>
            </a:pPr>
            <a:fld id="{00000000-1234-1234-1234-123412341234}" type="slidenum">
              <a:rPr lang="en" sz="500"/>
              <a:pPr marL="0" lvl="0" indent="0" rtl="0">
                <a:lnSpc>
                  <a:spcPct val="90000"/>
                </a:lnSpc>
                <a:spcBef>
                  <a:spcPts val="0"/>
                </a:spcBef>
                <a:spcAft>
                  <a:spcPts val="600"/>
                </a:spcAft>
                <a:buNone/>
              </a:pPr>
              <a:t>2</a:t>
            </a:fld>
            <a:endParaRPr lang="en" sz="500"/>
          </a:p>
        </p:txBody>
      </p:sp>
      <p:graphicFrame>
        <p:nvGraphicFramePr>
          <p:cNvPr id="66" name="Google Shape;63;p14">
            <a:extLst>
              <a:ext uri="{FF2B5EF4-FFF2-40B4-BE49-F238E27FC236}">
                <a16:creationId xmlns:a16="http://schemas.microsoft.com/office/drawing/2014/main" id="{199D7048-DDA1-545D-B832-9EEC10534508}"/>
              </a:ext>
            </a:extLst>
          </p:cNvPr>
          <p:cNvGraphicFramePr/>
          <p:nvPr>
            <p:extLst>
              <p:ext uri="{D42A27DB-BD31-4B8C-83A1-F6EECF244321}">
                <p14:modId xmlns:p14="http://schemas.microsoft.com/office/powerpoint/2010/main" val="1903510479"/>
              </p:ext>
            </p:extLst>
          </p:nvPr>
        </p:nvGraphicFramePr>
        <p:xfrm>
          <a:off x="896179" y="1089248"/>
          <a:ext cx="7680677" cy="2967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9281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567D-D4BC-9004-073D-0DD6170EC298}"/>
              </a:ext>
            </a:extLst>
          </p:cNvPr>
          <p:cNvSpPr>
            <a:spLocks noGrp="1"/>
          </p:cNvSpPr>
          <p:nvPr>
            <p:ph type="title"/>
          </p:nvPr>
        </p:nvSpPr>
        <p:spPr/>
        <p:txBody>
          <a:bodyPr vert="horz" lIns="0" tIns="0" rIns="0" bIns="0" rtlCol="0" anchor="b">
            <a:normAutofit/>
          </a:bodyPr>
          <a:lstStyle/>
          <a:p>
            <a:r>
              <a:rPr lang="en-US" sz="3200" b="1" i="0" kern="1200" cap="all" spc="700" baseline="0">
                <a:latin typeface="+mj-lt"/>
                <a:ea typeface="+mj-ea"/>
                <a:cs typeface="+mj-cs"/>
              </a:rPr>
              <a:t>Goals table</a:t>
            </a:r>
            <a:endParaRPr lang="en-US" sz="3200" b="1" i="0" kern="1200" cap="all" spc="700" baseline="0">
              <a:latin typeface="+mj-lt"/>
            </a:endParaRPr>
          </a:p>
        </p:txBody>
      </p:sp>
      <p:graphicFrame>
        <p:nvGraphicFramePr>
          <p:cNvPr id="5" name="Content Placeholder 4">
            <a:extLst>
              <a:ext uri="{FF2B5EF4-FFF2-40B4-BE49-F238E27FC236}">
                <a16:creationId xmlns:a16="http://schemas.microsoft.com/office/drawing/2014/main" id="{141DB00D-D427-CD72-5F54-84FB709F0921}"/>
              </a:ext>
            </a:extLst>
          </p:cNvPr>
          <p:cNvGraphicFramePr>
            <a:graphicFrameLocks noGrp="1"/>
          </p:cNvGraphicFramePr>
          <p:nvPr>
            <p:ph sz="half" idx="1"/>
            <p:extLst>
              <p:ext uri="{D42A27DB-BD31-4B8C-83A1-F6EECF244321}">
                <p14:modId xmlns:p14="http://schemas.microsoft.com/office/powerpoint/2010/main" val="1794429587"/>
              </p:ext>
            </p:extLst>
          </p:nvPr>
        </p:nvGraphicFramePr>
        <p:xfrm>
          <a:off x="704021" y="1813891"/>
          <a:ext cx="3814659" cy="1829364"/>
        </p:xfrm>
        <a:graphic>
          <a:graphicData uri="http://schemas.openxmlformats.org/drawingml/2006/table">
            <a:tbl>
              <a:tblPr firstRow="1" bandRow="1">
                <a:tableStyleId>{69C7853C-536D-4A76-A0AE-DD22124D55A5}</a:tableStyleId>
              </a:tblPr>
              <a:tblGrid>
                <a:gridCol w="2649481">
                  <a:extLst>
                    <a:ext uri="{9D8B030D-6E8A-4147-A177-3AD203B41FA5}">
                      <a16:colId xmlns:a16="http://schemas.microsoft.com/office/drawing/2014/main" val="1705990985"/>
                    </a:ext>
                  </a:extLst>
                </a:gridCol>
                <a:gridCol w="1165178">
                  <a:extLst>
                    <a:ext uri="{9D8B030D-6E8A-4147-A177-3AD203B41FA5}">
                      <a16:colId xmlns:a16="http://schemas.microsoft.com/office/drawing/2014/main" val="505153682"/>
                    </a:ext>
                  </a:extLst>
                </a:gridCol>
              </a:tblGrid>
              <a:tr h="575019">
                <a:tc>
                  <a:txBody>
                    <a:bodyPr/>
                    <a:lstStyle/>
                    <a:p>
                      <a:pPr lvl="0">
                        <a:buNone/>
                      </a:pPr>
                      <a:r>
                        <a:rPr lang="en-US" sz="1800"/>
                        <a:t>Phase</a:t>
                      </a:r>
                    </a:p>
                  </a:txBody>
                  <a:tcPr marL="130686" marR="130686" marT="65343" marB="65343">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sz="1800"/>
                        <a:t>Goal</a:t>
                      </a:r>
                    </a:p>
                  </a:txBody>
                  <a:tcPr marL="130686" marR="130686" marT="65343" marB="65343">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47746506"/>
                  </a:ext>
                </a:extLst>
              </a:tr>
              <a:tr h="672961">
                <a:tc>
                  <a:txBody>
                    <a:bodyPr/>
                    <a:lstStyle/>
                    <a:p>
                      <a:r>
                        <a:rPr lang="en-US" sz="1800"/>
                        <a:t>Student Matches Completed</a:t>
                      </a:r>
                    </a:p>
                  </a:txBody>
                  <a:tcPr marL="130686" marR="130686" marT="65343" marB="65343">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800"/>
                        <a:t>1,800</a:t>
                      </a:r>
                    </a:p>
                  </a:txBody>
                  <a:tcPr marL="130686" marR="130686" marT="65343" marB="65343">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88781738"/>
                  </a:ext>
                </a:extLst>
              </a:tr>
              <a:tr h="575019">
                <a:tc>
                  <a:txBody>
                    <a:bodyPr/>
                    <a:lstStyle/>
                    <a:p>
                      <a:r>
                        <a:rPr lang="en-US" sz="1800"/>
                        <a:t>Enrolled Day 1</a:t>
                      </a:r>
                    </a:p>
                  </a:txBody>
                  <a:tcPr marL="130686" marR="130686" marT="65343" marB="65343">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800"/>
                        <a:t>1,760</a:t>
                      </a:r>
                    </a:p>
                  </a:txBody>
                  <a:tcPr marL="130686" marR="130686" marT="65343" marB="65343">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444151602"/>
                  </a:ext>
                </a:extLst>
              </a:tr>
            </a:tbl>
          </a:graphicData>
        </a:graphic>
      </p:graphicFrame>
      <p:sp>
        <p:nvSpPr>
          <p:cNvPr id="14" name="Date Placeholder 4">
            <a:extLst>
              <a:ext uri="{FF2B5EF4-FFF2-40B4-BE49-F238E27FC236}">
                <a16:creationId xmlns:a16="http://schemas.microsoft.com/office/drawing/2014/main" id="{FCBC82D1-F23F-D9C6-C465-644C6EB494E2}"/>
              </a:ext>
            </a:extLst>
          </p:cNvPr>
          <p:cNvSpPr>
            <a:spLocks noGrp="1"/>
          </p:cNvSpPr>
          <p:nvPr>
            <p:ph type="dt" sz="half" idx="10"/>
          </p:nvPr>
        </p:nvSpPr>
        <p:spPr/>
        <p:txBody>
          <a:bodyPr/>
          <a:lstStyle/>
          <a:p>
            <a:pPr>
              <a:spcAft>
                <a:spcPts val="600"/>
              </a:spcAft>
            </a:pPr>
            <a:fld id="{8C3E0043-9A86-45B3-ACB1-D38B8F8360A4}" type="datetime1">
              <a:rPr lang="en-US"/>
              <a:pPr>
                <a:spcAft>
                  <a:spcPts val="600"/>
                </a:spcAft>
              </a:pPr>
              <a:t>7/8/2026</a:t>
            </a:fld>
            <a:endParaRPr lang="en-US"/>
          </a:p>
        </p:txBody>
      </p:sp>
      <p:sp>
        <p:nvSpPr>
          <p:cNvPr id="15" name="Footer Placeholder 5">
            <a:extLst>
              <a:ext uri="{FF2B5EF4-FFF2-40B4-BE49-F238E27FC236}">
                <a16:creationId xmlns:a16="http://schemas.microsoft.com/office/drawing/2014/main" id="{E188763B-7EE1-A6E1-05C5-2A1242F6EED7}"/>
              </a:ext>
            </a:extLst>
          </p:cNvPr>
          <p:cNvSpPr>
            <a:spLocks noGrp="1"/>
          </p:cNvSpPr>
          <p:nvPr>
            <p:ph type="ftr" sz="quarter" idx="11"/>
          </p:nvPr>
        </p:nvSpPr>
        <p:spPr/>
        <p:txBody>
          <a:bodyPr/>
          <a:lstStyle/>
          <a:p>
            <a:pPr>
              <a:spcAft>
                <a:spcPts val="600"/>
              </a:spcAft>
            </a:pPr>
            <a:r>
              <a:rPr lang="en-US"/>
              <a:t>
              </a:t>
            </a:r>
          </a:p>
        </p:txBody>
      </p:sp>
      <p:sp>
        <p:nvSpPr>
          <p:cNvPr id="4" name="Slide Number Placeholder 3">
            <a:extLst>
              <a:ext uri="{FF2B5EF4-FFF2-40B4-BE49-F238E27FC236}">
                <a16:creationId xmlns:a16="http://schemas.microsoft.com/office/drawing/2014/main" id="{188775A4-7E71-472F-9BEB-9770012C81F2}"/>
              </a:ext>
            </a:extLst>
          </p:cNvPr>
          <p:cNvSpPr>
            <a:spLocks noGrp="1"/>
          </p:cNvSpPr>
          <p:nvPr>
            <p:ph type="sldNum" sz="quarter" idx="12"/>
          </p:nvPr>
        </p:nvSpPr>
        <p:spPr/>
        <p:txBody>
          <a:bodyPr vert="horz" lIns="91440" tIns="45720" rIns="91440" bIns="45720" rtlCol="0" anchor="ctr">
            <a:normAutofit/>
          </a:bodyPr>
          <a:lstStyle/>
          <a:p>
            <a:pPr marL="0" lvl="0" indent="0">
              <a:spcAft>
                <a:spcPts val="600"/>
              </a:spcAft>
              <a:buFont typeface="Arial"/>
              <a:buNone/>
            </a:pPr>
            <a:fld id="{00000000-1234-1234-1234-123412341234}" type="slidenum">
              <a:rPr lang="en-US"/>
              <a:pPr marL="0" lvl="0" indent="0">
                <a:spcAft>
                  <a:spcPts val="600"/>
                </a:spcAft>
                <a:buFont typeface="Arial"/>
                <a:buNone/>
              </a:pPr>
              <a:t>3</a:t>
            </a:fld>
            <a:endParaRPr lang="en-US"/>
          </a:p>
        </p:txBody>
      </p:sp>
      <p:sp>
        <p:nvSpPr>
          <p:cNvPr id="10" name="Date Placeholder 4">
            <a:extLst>
              <a:ext uri="{FF2B5EF4-FFF2-40B4-BE49-F238E27FC236}">
                <a16:creationId xmlns:a16="http://schemas.microsoft.com/office/drawing/2014/main" id="{0BCF0B1C-BD78-0207-27BC-718BBED5DBD3}"/>
              </a:ext>
            </a:extLst>
          </p:cNvPr>
          <p:cNvSpPr>
            <a:spLocks noGrp="1"/>
          </p:cNvSpPr>
          <p:nvPr>
            <p:ph type="dt" sz="half" idx="4294967295"/>
          </p:nvPr>
        </p:nvSpPr>
        <p:spPr>
          <a:xfrm>
            <a:off x="6367463" y="4806950"/>
            <a:ext cx="2776537" cy="336550"/>
          </a:xfrm>
        </p:spPr>
        <p:txBody>
          <a:bodyPr/>
          <a:lstStyle/>
          <a:p>
            <a:pPr>
              <a:spcAft>
                <a:spcPts val="600"/>
              </a:spcAft>
            </a:pPr>
            <a:fld id="{2196E474-A3E1-4C7D-BCB8-4835F14D4049}" type="datetime1">
              <a:rPr lang="en-US"/>
              <a:pPr>
                <a:spcAft>
                  <a:spcPts val="600"/>
                </a:spcAft>
              </a:pPr>
              <a:t>7/8/2026</a:t>
            </a:fld>
            <a:endParaRPr lang="en-US"/>
          </a:p>
        </p:txBody>
      </p:sp>
      <p:sp>
        <p:nvSpPr>
          <p:cNvPr id="12" name="Footer Placeholder 5">
            <a:extLst>
              <a:ext uri="{FF2B5EF4-FFF2-40B4-BE49-F238E27FC236}">
                <a16:creationId xmlns:a16="http://schemas.microsoft.com/office/drawing/2014/main" id="{3FDE6945-0160-5FE4-0E20-5551E523A761}"/>
              </a:ext>
            </a:extLst>
          </p:cNvPr>
          <p:cNvSpPr>
            <a:spLocks noGrp="1"/>
          </p:cNvSpPr>
          <p:nvPr>
            <p:ph type="ftr" sz="quarter" idx="4294967295"/>
          </p:nvPr>
        </p:nvSpPr>
        <p:spPr>
          <a:xfrm rot="5400000">
            <a:off x="0" y="1433513"/>
            <a:ext cx="3086100" cy="342900"/>
          </a:xfrm>
        </p:spPr>
        <p:txBody>
          <a:bodyPr/>
          <a:lstStyle/>
          <a:p>
            <a:pPr>
              <a:spcAft>
                <a:spcPts val="600"/>
              </a:spcAft>
            </a:pPr>
            <a:r>
              <a:rPr lang="en-US"/>
              <a:t>
              </a:t>
            </a:r>
          </a:p>
        </p:txBody>
      </p:sp>
      <p:sp>
        <p:nvSpPr>
          <p:cNvPr id="3" name="TextBox 2">
            <a:extLst>
              <a:ext uri="{FF2B5EF4-FFF2-40B4-BE49-F238E27FC236}">
                <a16:creationId xmlns:a16="http://schemas.microsoft.com/office/drawing/2014/main" id="{6D379A21-680C-1A04-2802-D77F4838E912}"/>
              </a:ext>
            </a:extLst>
          </p:cNvPr>
          <p:cNvSpPr txBox="1"/>
          <p:nvPr/>
        </p:nvSpPr>
        <p:spPr>
          <a:xfrm>
            <a:off x="5109541" y="1679323"/>
            <a:ext cx="3886200" cy="2340487"/>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a:bodyPr>
          <a:lstStyle/>
          <a:p>
            <a:pPr>
              <a:lnSpc>
                <a:spcPct val="110000"/>
              </a:lnSpc>
              <a:spcBef>
                <a:spcPts val="1000"/>
              </a:spcBef>
            </a:pPr>
            <a:r>
              <a:rPr lang="en-US" sz="1600" b="1" kern="1200">
                <a:solidFill>
                  <a:schemeClr val="tx1">
                    <a:lumMod val="49000"/>
                    <a:lumOff val="51000"/>
                  </a:schemeClr>
                </a:solidFill>
                <a:latin typeface="+mn-lt"/>
                <a:ea typeface="+mn-ea"/>
                <a:cs typeface="+mn-cs"/>
              </a:rPr>
              <a:t>Newly introduced process: </a:t>
            </a:r>
            <a:r>
              <a:rPr lang="en-US" sz="1600" kern="1200">
                <a:solidFill>
                  <a:schemeClr val="tx1">
                    <a:lumMod val="49000"/>
                    <a:lumOff val="51000"/>
                  </a:schemeClr>
                </a:solidFill>
                <a:latin typeface="+mn-lt"/>
                <a:ea typeface="+mn-ea"/>
                <a:cs typeface="+mn-cs"/>
              </a:rPr>
              <a:t>​</a:t>
            </a:r>
            <a:endParaRPr lang="en-US">
              <a:solidFill>
                <a:schemeClr val="tx1">
                  <a:lumMod val="49000"/>
                  <a:lumOff val="51000"/>
                </a:schemeClr>
              </a:solidFill>
              <a:ea typeface="+mn-ea"/>
            </a:endParaRPr>
          </a:p>
          <a:p>
            <a:pPr marL="285750" indent="-285750">
              <a:lnSpc>
                <a:spcPct val="110000"/>
              </a:lnSpc>
              <a:spcBef>
                <a:spcPts val="1000"/>
              </a:spcBef>
              <a:buFont typeface="Wingdings" panose="020B0604020202020204" pitchFamily="34" charset="0"/>
              <a:buChar char="ü"/>
            </a:pPr>
            <a:r>
              <a:rPr lang="en-US" sz="1600" b="1" kern="1200">
                <a:solidFill>
                  <a:schemeClr val="tx1"/>
                </a:solidFill>
                <a:latin typeface="+mn-lt"/>
                <a:ea typeface="+mn-ea"/>
                <a:cs typeface="+mn-cs"/>
              </a:rPr>
              <a:t>Technical Walkthroughs were "mandatory"</a:t>
            </a:r>
          </a:p>
          <a:p>
            <a:pPr marL="285750" indent="-285750">
              <a:lnSpc>
                <a:spcPct val="110000"/>
              </a:lnSpc>
              <a:spcBef>
                <a:spcPts val="1000"/>
              </a:spcBef>
              <a:buFont typeface="Wingdings" panose="020B0604020202020204" pitchFamily="34" charset="0"/>
              <a:buChar char="ü"/>
            </a:pPr>
            <a:r>
              <a:rPr lang="en-US" sz="1600" b="1" kern="1200">
                <a:solidFill>
                  <a:schemeClr val="tx1"/>
                </a:solidFill>
                <a:latin typeface="Avenir Next LT Pro Light"/>
                <a:ea typeface="+mn-ea"/>
                <a:cs typeface="+mn-cs"/>
              </a:rPr>
              <a:t>Tried out using the webinar feature during walkthroughs</a:t>
            </a:r>
          </a:p>
          <a:p>
            <a:pPr marL="285750" indent="-285750">
              <a:lnSpc>
                <a:spcPct val="110000"/>
              </a:lnSpc>
              <a:spcBef>
                <a:spcPts val="1000"/>
              </a:spcBef>
              <a:buFont typeface="Wingdings" panose="020B0604020202020204" pitchFamily="34" charset="0"/>
              <a:buChar char="ü"/>
            </a:pPr>
            <a:r>
              <a:rPr lang="en-US" sz="1600" b="1" kern="1200">
                <a:solidFill>
                  <a:schemeClr val="tx1"/>
                </a:solidFill>
                <a:latin typeface="Avenir Next LT Pro Light"/>
                <a:ea typeface="+mn-ea"/>
                <a:cs typeface="+mn-cs"/>
              </a:rPr>
              <a:t>New one page handout for employers on matching process</a:t>
            </a:r>
          </a:p>
          <a:p>
            <a:pPr marL="285750" indent="-285750">
              <a:lnSpc>
                <a:spcPct val="110000"/>
              </a:lnSpc>
              <a:spcBef>
                <a:spcPts val="1000"/>
              </a:spcBef>
              <a:buFont typeface="Wingdings" panose="020B0604020202020204" pitchFamily="34" charset="0"/>
              <a:buChar char="ü"/>
            </a:pPr>
            <a:endParaRPr lang="en-US" sz="1600" b="1" kern="1200">
              <a:solidFill>
                <a:schemeClr val="tx1"/>
              </a:solidFill>
              <a:latin typeface="Avenir Next LT Pro Light"/>
              <a:ea typeface="+mn-ea"/>
              <a:cs typeface="+mn-cs"/>
            </a:endParaRPr>
          </a:p>
        </p:txBody>
      </p:sp>
    </p:spTree>
    <p:extLst>
      <p:ext uri="{BB962C8B-B14F-4D97-AF65-F5344CB8AC3E}">
        <p14:creationId xmlns:p14="http://schemas.microsoft.com/office/powerpoint/2010/main" val="351611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1A58A-C0C9-B1C5-050D-21D9AA0E88CB}"/>
              </a:ext>
            </a:extLst>
          </p:cNvPr>
          <p:cNvSpPr>
            <a:spLocks noGrp="1"/>
          </p:cNvSpPr>
          <p:nvPr>
            <p:ph type="title"/>
          </p:nvPr>
        </p:nvSpPr>
        <p:spPr>
          <a:xfrm>
            <a:off x="718763" y="358346"/>
            <a:ext cx="4431988" cy="923637"/>
          </a:xfrm>
        </p:spPr>
        <p:txBody>
          <a:bodyPr vert="horz" lIns="0" tIns="0" rIns="0" bIns="0" rtlCol="0" anchor="b">
            <a:normAutofit/>
          </a:bodyPr>
          <a:lstStyle/>
          <a:p>
            <a:pPr>
              <a:lnSpc>
                <a:spcPct val="90000"/>
              </a:lnSpc>
            </a:pPr>
            <a:r>
              <a:rPr lang="en-US" sz="3100" b="1" i="0" kern="1200" cap="all" spc="700" baseline="0">
                <a:latin typeface="+mj-lt"/>
                <a:ea typeface="+mj-ea"/>
                <a:cs typeface="+mj-cs"/>
              </a:rPr>
              <a:t>Matching funnel</a:t>
            </a:r>
          </a:p>
        </p:txBody>
      </p:sp>
      <p:sp>
        <p:nvSpPr>
          <p:cNvPr id="4" name="Date Placeholder 3">
            <a:extLst>
              <a:ext uri="{FF2B5EF4-FFF2-40B4-BE49-F238E27FC236}">
                <a16:creationId xmlns:a16="http://schemas.microsoft.com/office/drawing/2014/main" id="{9DD03E98-4C33-EC25-7C59-32CCBC019189}"/>
              </a:ext>
            </a:extLst>
          </p:cNvPr>
          <p:cNvSpPr>
            <a:spLocks noGrp="1"/>
          </p:cNvSpPr>
          <p:nvPr>
            <p:ph type="dt" sz="half" idx="10"/>
          </p:nvPr>
        </p:nvSpPr>
        <p:spPr/>
        <p:txBody>
          <a:bodyPr vert="horz" lIns="91440" tIns="45720" rIns="91440" bIns="45720" rtlCol="0" anchor="ctr">
            <a:normAutofit/>
          </a:bodyPr>
          <a:lstStyle/>
          <a:p>
            <a:pPr>
              <a:spcAft>
                <a:spcPts val="600"/>
              </a:spcAft>
            </a:pPr>
            <a:fld id="{91D70D86-7227-4897-89A2-211518AD4840}" type="datetime1">
              <a:rPr lang="en-US"/>
              <a:pPr>
                <a:spcAft>
                  <a:spcPts val="600"/>
                </a:spcAft>
              </a:pPr>
              <a:t>7/8/2026</a:t>
            </a:fld>
            <a:endParaRPr lang="en-US"/>
          </a:p>
        </p:txBody>
      </p:sp>
      <p:sp>
        <p:nvSpPr>
          <p:cNvPr id="5" name="Footer Placeholder 4">
            <a:extLst>
              <a:ext uri="{FF2B5EF4-FFF2-40B4-BE49-F238E27FC236}">
                <a16:creationId xmlns:a16="http://schemas.microsoft.com/office/drawing/2014/main" id="{90E4EA5A-0A38-9541-2415-5F034603C90F}"/>
              </a:ext>
            </a:extLst>
          </p:cNvPr>
          <p:cNvSpPr>
            <a:spLocks noGrp="1"/>
          </p:cNvSpPr>
          <p:nvPr>
            <p:ph type="ftr" sz="quarter" idx="11"/>
          </p:nvPr>
        </p:nvSpPr>
        <p:spPr/>
        <p:txBody>
          <a:bodyPr vert="horz" lIns="91440" tIns="45720" rIns="91440" bIns="45720" rtlCol="0" anchor="ctr">
            <a:normAutofit/>
          </a:bodyPr>
          <a:lstStyle/>
          <a:p>
            <a:pPr>
              <a:lnSpc>
                <a:spcPct val="90000"/>
              </a:lnSpc>
              <a:spcAft>
                <a:spcPts val="600"/>
              </a:spcAft>
            </a:pPr>
            <a:r>
              <a:rPr lang="en-US" sz="600" b="1" i="0" u="none" strike="noStrike" cap="none">
                <a:latin typeface="+mj-lt"/>
                <a:ea typeface="Arial"/>
                <a:cs typeface="Arial"/>
                <a:sym typeface="Arial"/>
              </a:rPr>
              <a:t>
              </a:t>
            </a:r>
          </a:p>
        </p:txBody>
      </p:sp>
      <p:sp>
        <p:nvSpPr>
          <p:cNvPr id="6" name="Slide Number Placeholder 5">
            <a:extLst>
              <a:ext uri="{FF2B5EF4-FFF2-40B4-BE49-F238E27FC236}">
                <a16:creationId xmlns:a16="http://schemas.microsoft.com/office/drawing/2014/main" id="{5F10BCA5-AB1C-F51F-5939-087012A581F9}"/>
              </a:ext>
            </a:extLst>
          </p:cNvPr>
          <p:cNvSpPr>
            <a:spLocks noGrp="1"/>
          </p:cNvSpPr>
          <p:nvPr>
            <p:ph type="sldNum" sz="quarter" idx="12"/>
          </p:nvPr>
        </p:nvSpPr>
        <p:spPr/>
        <p:txBody>
          <a:bodyPr vert="horz" lIns="91440" tIns="45720" rIns="91440" bIns="45720" rtlCol="0" anchor="ctr">
            <a:normAutofit/>
          </a:bodyPr>
          <a:lstStyle/>
          <a:p>
            <a:pPr>
              <a:spcAft>
                <a:spcPts val="600"/>
              </a:spcAft>
            </a:pPr>
            <a:fld id="{017DE1FC-E54A-4B87-A814-263D1E8654B2}" type="slidenum">
              <a:rPr lang="en-US" dirty="0"/>
              <a:pPr>
                <a:spcAft>
                  <a:spcPts val="600"/>
                </a:spcAft>
              </a:pPr>
              <a:t>4</a:t>
            </a:fld>
            <a:endParaRPr lang="en-US"/>
          </a:p>
        </p:txBody>
      </p:sp>
      <p:pic>
        <p:nvPicPr>
          <p:cNvPr id="8" name="Picture 7">
            <a:extLst>
              <a:ext uri="{FF2B5EF4-FFF2-40B4-BE49-F238E27FC236}">
                <a16:creationId xmlns:a16="http://schemas.microsoft.com/office/drawing/2014/main" id="{BBCD1ACE-EA7D-304B-0517-27B1153B7C10}"/>
              </a:ext>
            </a:extLst>
          </p:cNvPr>
          <p:cNvPicPr>
            <a:picLocks noChangeAspect="1"/>
          </p:cNvPicPr>
          <p:nvPr/>
        </p:nvPicPr>
        <p:blipFill>
          <a:blip r:embed="rId2"/>
          <a:srcRect l="34708" t="10064" r="-482" b="32127"/>
          <a:stretch/>
        </p:blipFill>
        <p:spPr>
          <a:xfrm>
            <a:off x="4583409" y="1599672"/>
            <a:ext cx="4558469" cy="2603874"/>
          </a:xfrm>
          <a:prstGeom prst="rect">
            <a:avLst/>
          </a:prstGeom>
          <a:noFill/>
        </p:spPr>
      </p:pic>
      <p:grpSp>
        <p:nvGrpSpPr>
          <p:cNvPr id="7" name="Group 6">
            <a:extLst>
              <a:ext uri="{FF2B5EF4-FFF2-40B4-BE49-F238E27FC236}">
                <a16:creationId xmlns:a16="http://schemas.microsoft.com/office/drawing/2014/main" id="{33F5D215-D521-BFC7-009D-6D35C75E915B}"/>
              </a:ext>
            </a:extLst>
          </p:cNvPr>
          <p:cNvGrpSpPr/>
          <p:nvPr/>
        </p:nvGrpSpPr>
        <p:grpSpPr>
          <a:xfrm>
            <a:off x="719211" y="1495990"/>
            <a:ext cx="3744645" cy="2873851"/>
            <a:chOff x="719211" y="1395591"/>
            <a:chExt cx="3744645" cy="2873851"/>
          </a:xfrm>
        </p:grpSpPr>
        <p:sp>
          <p:nvSpPr>
            <p:cNvPr id="9" name="TextBox 8">
              <a:extLst>
                <a:ext uri="{FF2B5EF4-FFF2-40B4-BE49-F238E27FC236}">
                  <a16:creationId xmlns:a16="http://schemas.microsoft.com/office/drawing/2014/main" id="{66FF501D-B9FB-3D36-6069-2D56AB2F5176}"/>
                </a:ext>
              </a:extLst>
            </p:cNvPr>
            <p:cNvSpPr txBox="1"/>
            <p:nvPr/>
          </p:nvSpPr>
          <p:spPr>
            <a:xfrm>
              <a:off x="719211" y="1395591"/>
              <a:ext cx="3744645" cy="2873851"/>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fontScale="77500" lnSpcReduction="20000"/>
            </a:bodyPr>
            <a:lstStyle/>
            <a:p>
              <a:pPr>
                <a:lnSpc>
                  <a:spcPct val="110000"/>
                </a:lnSpc>
                <a:spcBef>
                  <a:spcPts val="1000"/>
                </a:spcBef>
              </a:pPr>
              <a:r>
                <a:rPr lang="en-US" sz="2200" kern="1200">
                  <a:solidFill>
                    <a:schemeClr val="tx1"/>
                  </a:solidFill>
                  <a:latin typeface="+mn-lt"/>
                  <a:ea typeface="+mn-ea"/>
                  <a:cs typeface="+mn-cs"/>
                </a:rPr>
                <a:t>1,907 Enrolled Students During Pre-Matching</a:t>
              </a:r>
              <a:endParaRPr lang="en-US">
                <a:solidFill>
                  <a:schemeClr val="tx1"/>
                </a:solidFill>
                <a:ea typeface="+mn-ea"/>
              </a:endParaRPr>
            </a:p>
            <a:p>
              <a:pPr>
                <a:lnSpc>
                  <a:spcPct val="110000"/>
                </a:lnSpc>
                <a:spcBef>
                  <a:spcPts val="1000"/>
                </a:spcBef>
              </a:pPr>
              <a:endParaRPr lang="en-US" sz="1600" kern="1200">
                <a:solidFill>
                  <a:schemeClr val="tx1"/>
                </a:solidFill>
                <a:latin typeface="+mn-lt"/>
                <a:ea typeface="+mn-ea"/>
                <a:cs typeface="+mn-cs"/>
              </a:endParaRPr>
            </a:p>
            <a:p>
              <a:pPr>
                <a:lnSpc>
                  <a:spcPct val="110000"/>
                </a:lnSpc>
                <a:spcBef>
                  <a:spcPts val="1000"/>
                </a:spcBef>
              </a:pPr>
              <a:r>
                <a:rPr lang="en-US" sz="2200" kern="1200">
                  <a:solidFill>
                    <a:schemeClr val="tx1"/>
                  </a:solidFill>
                  <a:latin typeface="+mn-lt"/>
                  <a:ea typeface="+mn-ea"/>
                  <a:cs typeface="+mn-cs"/>
                </a:rPr>
                <a:t>1,901 Matches Completed</a:t>
              </a:r>
            </a:p>
            <a:p>
              <a:pPr>
                <a:lnSpc>
                  <a:spcPct val="110000"/>
                </a:lnSpc>
                <a:spcBef>
                  <a:spcPts val="1000"/>
                </a:spcBef>
              </a:pPr>
              <a:endParaRPr lang="en-US" sz="1900" kern="1200">
                <a:solidFill>
                  <a:schemeClr val="tx1"/>
                </a:solidFill>
                <a:latin typeface="+mn-lt"/>
                <a:ea typeface="+mn-ea"/>
                <a:cs typeface="+mn-cs"/>
              </a:endParaRPr>
            </a:p>
            <a:p>
              <a:pPr>
                <a:lnSpc>
                  <a:spcPct val="110000"/>
                </a:lnSpc>
                <a:spcBef>
                  <a:spcPts val="1000"/>
                </a:spcBef>
              </a:pPr>
              <a:r>
                <a:rPr lang="en-US" sz="2200" kern="1200">
                  <a:solidFill>
                    <a:schemeClr val="tx1"/>
                  </a:solidFill>
                  <a:latin typeface="+mn-lt"/>
                  <a:ea typeface="+mn-ea"/>
                  <a:cs typeface="+mn-cs"/>
                </a:rPr>
                <a:t>1,791 Matches Accepted </a:t>
              </a:r>
              <a:r>
                <a:rPr lang="en-US" kern="1200">
                  <a:solidFill>
                    <a:schemeClr val="tx1"/>
                  </a:solidFill>
                  <a:latin typeface="+mn-lt"/>
                  <a:ea typeface="+mn-ea"/>
                  <a:cs typeface="+mn-cs"/>
                </a:rPr>
                <a:t>(as of 6/25/25)</a:t>
              </a:r>
              <a:r>
                <a:rPr lang="en-US" sz="2200" kern="1200">
                  <a:solidFill>
                    <a:schemeClr val="tx1"/>
                  </a:solidFill>
                  <a:latin typeface="+mn-lt"/>
                  <a:ea typeface="+mn-ea"/>
                  <a:cs typeface="+mn-cs"/>
                </a:rPr>
                <a:t> </a:t>
              </a:r>
            </a:p>
            <a:p>
              <a:pPr>
                <a:lnSpc>
                  <a:spcPct val="110000"/>
                </a:lnSpc>
                <a:spcBef>
                  <a:spcPts val="1000"/>
                </a:spcBef>
              </a:pPr>
              <a:endParaRPr lang="en-US" sz="2200" kern="1200">
                <a:solidFill>
                  <a:schemeClr val="tx1"/>
                </a:solidFill>
                <a:latin typeface="+mn-lt"/>
                <a:ea typeface="+mn-ea"/>
                <a:cs typeface="+mn-cs"/>
              </a:endParaRPr>
            </a:p>
            <a:p>
              <a:pPr>
                <a:lnSpc>
                  <a:spcPct val="110000"/>
                </a:lnSpc>
                <a:spcBef>
                  <a:spcPts val="1000"/>
                </a:spcBef>
              </a:pPr>
              <a:r>
                <a:rPr lang="en-US" sz="2200" kern="1200">
                  <a:solidFill>
                    <a:schemeClr val="tx1"/>
                  </a:solidFill>
                  <a:latin typeface="+mn-lt"/>
                  <a:ea typeface="+mn-ea"/>
                  <a:cs typeface="+mn-cs"/>
                </a:rPr>
                <a:t>1,786 Students Enrolled on Day 1</a:t>
              </a:r>
            </a:p>
          </p:txBody>
        </p:sp>
        <p:sp>
          <p:nvSpPr>
            <p:cNvPr id="10" name="Arrow: Down 9">
              <a:extLst>
                <a:ext uri="{FF2B5EF4-FFF2-40B4-BE49-F238E27FC236}">
                  <a16:creationId xmlns:a16="http://schemas.microsoft.com/office/drawing/2014/main" id="{1C15B92A-768E-BDFC-C0B0-495B26D7F085}"/>
                </a:ext>
              </a:extLst>
            </p:cNvPr>
            <p:cNvSpPr/>
            <p:nvPr/>
          </p:nvSpPr>
          <p:spPr>
            <a:xfrm>
              <a:off x="2018860" y="1928631"/>
              <a:ext cx="269123" cy="2794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5D4AB1EB-BDC7-ADE8-20B4-52B7B53B4D98}"/>
                </a:ext>
              </a:extLst>
            </p:cNvPr>
            <p:cNvSpPr/>
            <p:nvPr/>
          </p:nvSpPr>
          <p:spPr>
            <a:xfrm>
              <a:off x="2018859" y="2690407"/>
              <a:ext cx="269123" cy="2794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Down 2">
              <a:extLst>
                <a:ext uri="{FF2B5EF4-FFF2-40B4-BE49-F238E27FC236}">
                  <a16:creationId xmlns:a16="http://schemas.microsoft.com/office/drawing/2014/main" id="{88BB6C6F-E662-9FF9-8397-4A25FF92778B}"/>
                </a:ext>
              </a:extLst>
            </p:cNvPr>
            <p:cNvSpPr/>
            <p:nvPr/>
          </p:nvSpPr>
          <p:spPr>
            <a:xfrm>
              <a:off x="2018859" y="3485872"/>
              <a:ext cx="269123" cy="2794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01EF33C1-7133-81FC-634B-9652B845F9B0}"/>
              </a:ext>
            </a:extLst>
          </p:cNvPr>
          <p:cNvSpPr txBox="1"/>
          <p:nvPr/>
        </p:nvSpPr>
        <p:spPr>
          <a:xfrm>
            <a:off x="913059" y="4372602"/>
            <a:ext cx="2743199"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i="1"/>
              <a:t>Matching Numbers exclude Ed-hub and PEU</a:t>
            </a:r>
          </a:p>
        </p:txBody>
      </p:sp>
    </p:spTree>
    <p:extLst>
      <p:ext uri="{BB962C8B-B14F-4D97-AF65-F5344CB8AC3E}">
        <p14:creationId xmlns:p14="http://schemas.microsoft.com/office/powerpoint/2010/main" val="8157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136106"/>
            <a:ext cx="8520600" cy="572700"/>
          </a:xfrm>
          <a:prstGeom prst="rect">
            <a:avLst/>
          </a:prstGeom>
        </p:spPr>
        <p:txBody>
          <a:bodyPr spcFirstLastPara="1" wrap="square" lIns="91425" tIns="91425" rIns="91425" bIns="91425" anchor="t" anchorCtr="0">
            <a:normAutofit fontScale="90000"/>
          </a:bodyPr>
          <a:lstStyle/>
          <a:p>
            <a:r>
              <a:rPr lang="en"/>
              <a:t>What Happened During matching Phase Group? </a:t>
            </a:r>
            <a:endParaRPr/>
          </a:p>
        </p:txBody>
      </p:sp>
      <p:sp>
        <p:nvSpPr>
          <p:cNvPr id="80" name="Google Shape;80;p16"/>
          <p:cNvSpPr txBox="1">
            <a:spLocks noGrp="1"/>
          </p:cNvSpPr>
          <p:nvPr>
            <p:ph type="sldNum" idx="12"/>
          </p:nvPr>
        </p:nvSpPr>
        <p:spPr>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
        <p:nvSpPr>
          <p:cNvPr id="81" name="Google Shape;81;p16"/>
          <p:cNvSpPr/>
          <p:nvPr/>
        </p:nvSpPr>
        <p:spPr>
          <a:xfrm>
            <a:off x="4219153" y="1460079"/>
            <a:ext cx="2547164" cy="669000"/>
          </a:xfrm>
          <a:prstGeom prst="chevron">
            <a:avLst>
              <a:gd name="adj" fmla="val 50000"/>
            </a:avLst>
          </a:prstGeom>
          <a:solidFill>
            <a:schemeClr val="tx2"/>
          </a:solidFill>
          <a:ln>
            <a:noFill/>
          </a:ln>
        </p:spPr>
        <p:txBody>
          <a:bodyPr spcFirstLastPara="1" wrap="square" lIns="91425" tIns="91425" rIns="91425" bIns="91425" anchor="ctr" anchorCtr="0">
            <a:noAutofit/>
          </a:bodyPr>
          <a:lstStyle/>
          <a:p>
            <a:pPr algn="ctr"/>
            <a:r>
              <a:rPr lang="en">
                <a:solidFill>
                  <a:srgbClr val="FFFFFF"/>
                </a:solidFill>
                <a:latin typeface="Roboto"/>
                <a:ea typeface="Roboto"/>
                <a:cs typeface="Roboto"/>
              </a:rPr>
              <a:t>Technical Matching</a:t>
            </a:r>
          </a:p>
        </p:txBody>
      </p:sp>
      <p:sp>
        <p:nvSpPr>
          <p:cNvPr id="82" name="Google Shape;82;p16"/>
          <p:cNvSpPr txBox="1"/>
          <p:nvPr/>
        </p:nvSpPr>
        <p:spPr>
          <a:xfrm>
            <a:off x="4223661" y="2303797"/>
            <a:ext cx="2236200" cy="2615700"/>
          </a:xfrm>
          <a:prstGeom prst="rect">
            <a:avLst/>
          </a:prstGeom>
          <a:noFill/>
          <a:ln>
            <a:noFill/>
          </a:ln>
        </p:spPr>
        <p:txBody>
          <a:bodyPr spcFirstLastPara="1" wrap="square" lIns="91425" tIns="91425" rIns="91425" bIns="91425" anchor="t" anchorCtr="0">
            <a:noAutofit/>
          </a:bodyPr>
          <a:lstStyle/>
          <a:p>
            <a:pPr marL="457200" indent="-304800">
              <a:lnSpc>
                <a:spcPct val="115000"/>
              </a:lnSpc>
              <a:buSzPts val="1200"/>
              <a:buFont typeface="Roboto"/>
              <a:buChar char="●"/>
            </a:pPr>
            <a:r>
              <a:rPr lang="en" sz="1200">
                <a:latin typeface="Roboto"/>
                <a:ea typeface="Roboto"/>
                <a:cs typeface="Roboto"/>
              </a:rPr>
              <a:t>Allowed time for "pre-matching" for any long boarding organizations</a:t>
            </a:r>
            <a:endParaRPr lang="en-US">
              <a:ea typeface="Roboto"/>
            </a:endParaRPr>
          </a:p>
          <a:p>
            <a:pPr marL="457200" indent="-304800">
              <a:lnSpc>
                <a:spcPct val="114999"/>
              </a:lnSpc>
              <a:buSzPts val="1200"/>
              <a:buFont typeface="Roboto"/>
              <a:buChar char="●"/>
            </a:pPr>
            <a:r>
              <a:rPr lang="en" sz="1200">
                <a:latin typeface="Roboto"/>
                <a:ea typeface="Roboto"/>
                <a:cs typeface="Roboto"/>
              </a:rPr>
              <a:t>Supported hubs through bulk matching meetings</a:t>
            </a:r>
            <a:endParaRPr lang="en-US"/>
          </a:p>
          <a:p>
            <a:pPr marL="457200" indent="-304800">
              <a:lnSpc>
                <a:spcPct val="114999"/>
              </a:lnSpc>
              <a:buSzPts val="1200"/>
              <a:buFont typeface="Roboto"/>
              <a:buChar char="●"/>
            </a:pPr>
            <a:r>
              <a:rPr lang="en" sz="1200" b="1">
                <a:latin typeface="Roboto"/>
                <a:ea typeface="Roboto"/>
                <a:cs typeface="Roboto"/>
              </a:rPr>
              <a:t>65%</a:t>
            </a:r>
            <a:r>
              <a:rPr lang="en" sz="1200">
                <a:latin typeface="Roboto"/>
                <a:ea typeface="Roboto"/>
                <a:cs typeface="Roboto"/>
              </a:rPr>
              <a:t> of matching that was done via bulk matching within </a:t>
            </a:r>
            <a:r>
              <a:rPr lang="en" sz="1200" err="1">
                <a:latin typeface="Roboto"/>
                <a:ea typeface="Roboto"/>
                <a:cs typeface="Roboto"/>
              </a:rPr>
              <a:t>InPlace</a:t>
            </a:r>
            <a:endParaRPr lang="en" sz="1200">
              <a:latin typeface="Roboto"/>
              <a:ea typeface="Roboto"/>
              <a:cs typeface="Roboto"/>
            </a:endParaRPr>
          </a:p>
        </p:txBody>
      </p:sp>
      <p:sp>
        <p:nvSpPr>
          <p:cNvPr id="83" name="Google Shape;83;p16"/>
          <p:cNvSpPr/>
          <p:nvPr/>
        </p:nvSpPr>
        <p:spPr>
          <a:xfrm>
            <a:off x="0" y="1460293"/>
            <a:ext cx="2414291" cy="669000"/>
          </a:xfrm>
          <a:prstGeom prst="homePlate">
            <a:avLst>
              <a:gd name="adj" fmla="val 50000"/>
            </a:avLst>
          </a:prstGeom>
          <a:solidFill>
            <a:schemeClr val="tx2">
              <a:lumMod val="10000"/>
              <a:lumOff val="90000"/>
            </a:schemeClr>
          </a:solidFill>
          <a:ln>
            <a:noFill/>
          </a:ln>
        </p:spPr>
        <p:txBody>
          <a:bodyPr spcFirstLastPara="1" wrap="square" lIns="91425" tIns="91425" rIns="91425" bIns="91425" anchor="ctr" anchorCtr="0">
            <a:noAutofit/>
          </a:bodyPr>
          <a:lstStyle/>
          <a:p>
            <a:pPr algn="ctr"/>
            <a:r>
              <a:rPr lang="en" b="1">
                <a:solidFill>
                  <a:schemeClr val="tx1"/>
                </a:solidFill>
                <a:latin typeface="Roboto"/>
                <a:ea typeface="Roboto"/>
                <a:cs typeface="Roboto"/>
              </a:rPr>
              <a:t>Matching Prep</a:t>
            </a:r>
          </a:p>
        </p:txBody>
      </p:sp>
      <p:sp>
        <p:nvSpPr>
          <p:cNvPr id="84" name="Google Shape;84;p16"/>
          <p:cNvSpPr txBox="1"/>
          <p:nvPr/>
        </p:nvSpPr>
        <p:spPr>
          <a:xfrm>
            <a:off x="734" y="2278142"/>
            <a:ext cx="2236200" cy="2615700"/>
          </a:xfrm>
          <a:prstGeom prst="rect">
            <a:avLst/>
          </a:prstGeom>
          <a:noFill/>
          <a:ln>
            <a:noFill/>
          </a:ln>
        </p:spPr>
        <p:txBody>
          <a:bodyPr spcFirstLastPara="1" wrap="square" lIns="91425" tIns="91425" rIns="91425" bIns="91425" anchor="t" anchorCtr="0">
            <a:noAutofit/>
          </a:bodyPr>
          <a:lstStyle/>
          <a:p>
            <a:pPr marL="457200" indent="-304800">
              <a:lnSpc>
                <a:spcPct val="115000"/>
              </a:lnSpc>
              <a:buSzPts val="1200"/>
              <a:buFont typeface="Roboto"/>
              <a:buChar char="●"/>
            </a:pPr>
            <a:r>
              <a:rPr lang="en" sz="1200">
                <a:latin typeface="Roboto"/>
                <a:ea typeface="Roboto"/>
                <a:cs typeface="Roboto"/>
              </a:rPr>
              <a:t>Hosted technical walk throughs to prepare students to apply for jobs and attend matching fairs</a:t>
            </a:r>
            <a:endParaRPr lang="en" sz="1200">
              <a:latin typeface="Roboto"/>
              <a:ea typeface="Roboto"/>
              <a:cs typeface="Roboto"/>
              <a:sym typeface="Roboto"/>
            </a:endParaRPr>
          </a:p>
          <a:p>
            <a:pPr marL="457200" indent="-304800">
              <a:lnSpc>
                <a:spcPct val="114999"/>
              </a:lnSpc>
              <a:buSzPts val="1200"/>
              <a:buFont typeface="Roboto"/>
              <a:buChar char="●"/>
            </a:pPr>
            <a:r>
              <a:rPr lang="en" sz="1200">
                <a:latin typeface="Roboto"/>
                <a:ea typeface="Roboto"/>
                <a:cs typeface="Roboto"/>
              </a:rPr>
              <a:t>Hosted an employer training</a:t>
            </a:r>
          </a:p>
          <a:p>
            <a:pPr marL="457200" indent="-304800">
              <a:lnSpc>
                <a:spcPct val="114999"/>
              </a:lnSpc>
              <a:buSzPts val="1200"/>
              <a:buFont typeface="Roboto"/>
              <a:buChar char="●"/>
            </a:pPr>
            <a:r>
              <a:rPr lang="en" sz="1200">
                <a:latin typeface="Roboto"/>
                <a:ea typeface="Roboto"/>
                <a:cs typeface="Roboto"/>
              </a:rPr>
              <a:t>Utilized Iorads to provide additional technical support</a:t>
            </a:r>
          </a:p>
          <a:p>
            <a:pPr>
              <a:lnSpc>
                <a:spcPct val="115000"/>
              </a:lnSpc>
            </a:pPr>
            <a:endParaRPr lang="en" sz="1200" i="1">
              <a:latin typeface="Roboto"/>
              <a:ea typeface="Roboto"/>
              <a:cs typeface="Roboto"/>
            </a:endParaRPr>
          </a:p>
        </p:txBody>
      </p:sp>
      <p:sp>
        <p:nvSpPr>
          <p:cNvPr id="85" name="Google Shape;85;p16"/>
          <p:cNvSpPr/>
          <p:nvPr/>
        </p:nvSpPr>
        <p:spPr>
          <a:xfrm>
            <a:off x="2040195" y="1460079"/>
            <a:ext cx="2536773" cy="669000"/>
          </a:xfrm>
          <a:prstGeom prst="chevron">
            <a:avLst>
              <a:gd name="adj" fmla="val 50000"/>
            </a:avLst>
          </a:prstGeom>
          <a:solidFill>
            <a:schemeClr val="accent3"/>
          </a:solidFill>
          <a:ln>
            <a:noFill/>
          </a:ln>
        </p:spPr>
        <p:txBody>
          <a:bodyPr spcFirstLastPara="1" wrap="square" lIns="91425" tIns="91425" rIns="91425" bIns="91425" anchor="ctr" anchorCtr="0">
            <a:noAutofit/>
          </a:bodyPr>
          <a:lstStyle/>
          <a:p>
            <a:pPr algn="ctr"/>
            <a:r>
              <a:rPr lang="en" b="1">
                <a:solidFill>
                  <a:srgbClr val="FFFFFF"/>
                </a:solidFill>
                <a:latin typeface="Roboto"/>
                <a:ea typeface="Roboto"/>
                <a:cs typeface="Roboto"/>
                <a:sym typeface="Roboto"/>
              </a:rPr>
              <a:t>Matching Fairs</a:t>
            </a:r>
            <a:endParaRPr lang="en-US" b="1"/>
          </a:p>
        </p:txBody>
      </p:sp>
      <p:sp>
        <p:nvSpPr>
          <p:cNvPr id="86" name="Google Shape;86;p16"/>
          <p:cNvSpPr txBox="1"/>
          <p:nvPr/>
        </p:nvSpPr>
        <p:spPr>
          <a:xfrm>
            <a:off x="2191318" y="2280810"/>
            <a:ext cx="2236200" cy="2615700"/>
          </a:xfrm>
          <a:prstGeom prst="rect">
            <a:avLst/>
          </a:prstGeom>
          <a:noFill/>
          <a:ln>
            <a:noFill/>
          </a:ln>
        </p:spPr>
        <p:txBody>
          <a:bodyPr spcFirstLastPara="1" wrap="square" lIns="91425" tIns="91425" rIns="91425" bIns="91425" anchor="t" anchorCtr="0">
            <a:noAutofit/>
          </a:bodyPr>
          <a:lstStyle/>
          <a:p>
            <a:pPr marL="323850" indent="-171450">
              <a:lnSpc>
                <a:spcPct val="114999"/>
              </a:lnSpc>
              <a:buSzPts val="1200"/>
              <a:buChar char="•"/>
            </a:pPr>
            <a:r>
              <a:rPr lang="en" sz="1200" b="1">
                <a:latin typeface="Roboto"/>
                <a:ea typeface="Roboto"/>
                <a:cs typeface="Roboto"/>
              </a:rPr>
              <a:t>3,643</a:t>
            </a:r>
            <a:r>
              <a:rPr lang="en" sz="1200">
                <a:latin typeface="Roboto"/>
                <a:ea typeface="Roboto"/>
                <a:cs typeface="Roboto"/>
              </a:rPr>
              <a:t> interviews conducted</a:t>
            </a:r>
            <a:endParaRPr lang="en-US" sz="1200">
              <a:latin typeface="Roboto"/>
              <a:ea typeface="Roboto"/>
            </a:endParaRPr>
          </a:p>
          <a:p>
            <a:pPr marL="323850" indent="-171450">
              <a:lnSpc>
                <a:spcPct val="114999"/>
              </a:lnSpc>
              <a:buSzPts val="1200"/>
              <a:buChar char="•"/>
            </a:pPr>
            <a:r>
              <a:rPr lang="en" sz="1200" b="1">
                <a:latin typeface="Roboto"/>
                <a:ea typeface="Calibri"/>
                <a:cs typeface="Calibri"/>
              </a:rPr>
              <a:t>1,414</a:t>
            </a:r>
            <a:r>
              <a:rPr lang="en" sz="1200" b="1">
                <a:latin typeface="Roboto"/>
                <a:ea typeface="Roboto"/>
                <a:cs typeface="Roboto"/>
              </a:rPr>
              <a:t> </a:t>
            </a:r>
            <a:r>
              <a:rPr lang="en" sz="1200">
                <a:latin typeface="Roboto"/>
                <a:ea typeface="Roboto"/>
                <a:cs typeface="Roboto"/>
              </a:rPr>
              <a:t>students interviewed with at least one organization at the fair (</a:t>
            </a:r>
            <a:r>
              <a:rPr lang="en" sz="1200" b="1">
                <a:latin typeface="Roboto"/>
                <a:ea typeface="Roboto"/>
                <a:cs typeface="Roboto"/>
              </a:rPr>
              <a:t>74</a:t>
            </a:r>
            <a:r>
              <a:rPr lang="en" sz="1200">
                <a:latin typeface="Roboto"/>
                <a:ea typeface="Roboto"/>
                <a:cs typeface="Roboto"/>
              </a:rPr>
              <a:t>% of enrolled students)</a:t>
            </a:r>
          </a:p>
          <a:p>
            <a:pPr marL="323850" indent="-171450">
              <a:lnSpc>
                <a:spcPct val="114999"/>
              </a:lnSpc>
              <a:buSzPts val="1200"/>
              <a:buChar char="•"/>
            </a:pPr>
            <a:r>
              <a:rPr lang="en" sz="1200" b="1">
                <a:latin typeface="Roboto"/>
                <a:ea typeface="Roboto"/>
                <a:cs typeface="Roboto"/>
              </a:rPr>
              <a:t>277 </a:t>
            </a:r>
            <a:r>
              <a:rPr lang="en" sz="1200">
                <a:latin typeface="Roboto"/>
                <a:ea typeface="Roboto"/>
                <a:cs typeface="Roboto"/>
              </a:rPr>
              <a:t>students reported they interviewed outside of fair</a:t>
            </a:r>
            <a:endParaRPr lang="en"/>
          </a:p>
        </p:txBody>
      </p:sp>
      <p:sp>
        <p:nvSpPr>
          <p:cNvPr id="2" name="Google Shape;81;p16">
            <a:extLst>
              <a:ext uri="{FF2B5EF4-FFF2-40B4-BE49-F238E27FC236}">
                <a16:creationId xmlns:a16="http://schemas.microsoft.com/office/drawing/2014/main" id="{4BCEDED3-0EF3-D36B-9E88-8EC4A443B49B}"/>
              </a:ext>
            </a:extLst>
          </p:cNvPr>
          <p:cNvSpPr/>
          <p:nvPr/>
        </p:nvSpPr>
        <p:spPr>
          <a:xfrm>
            <a:off x="6432416" y="1460078"/>
            <a:ext cx="2555328" cy="669000"/>
          </a:xfrm>
          <a:prstGeom prst="chevron">
            <a:avLst>
              <a:gd name="adj" fmla="val 50000"/>
            </a:avLst>
          </a:prstGeom>
          <a:solidFill>
            <a:schemeClr val="dk1"/>
          </a:solidFill>
          <a:ln>
            <a:noFill/>
          </a:ln>
        </p:spPr>
        <p:txBody>
          <a:bodyPr spcFirstLastPara="1" wrap="square" lIns="91425" tIns="91425" rIns="91425" bIns="91425" anchor="ctr" anchorCtr="0">
            <a:noAutofit/>
          </a:bodyPr>
          <a:lstStyle/>
          <a:p>
            <a:pPr algn="ctr"/>
            <a:r>
              <a:rPr lang="en" b="1">
                <a:solidFill>
                  <a:srgbClr val="FFFFFF"/>
                </a:solidFill>
                <a:latin typeface="Roboto"/>
                <a:ea typeface="Roboto"/>
                <a:cs typeface="Roboto"/>
              </a:rPr>
              <a:t>Final Match Outcome</a:t>
            </a:r>
            <a:endParaRPr lang="en-US" b="1"/>
          </a:p>
        </p:txBody>
      </p:sp>
      <p:sp>
        <p:nvSpPr>
          <p:cNvPr id="3" name="Google Shape;81;p16">
            <a:extLst>
              <a:ext uri="{FF2B5EF4-FFF2-40B4-BE49-F238E27FC236}">
                <a16:creationId xmlns:a16="http://schemas.microsoft.com/office/drawing/2014/main" id="{8C7DA3BE-76B3-3160-D80F-9962F1B08D73}"/>
              </a:ext>
            </a:extLst>
          </p:cNvPr>
          <p:cNvSpPr/>
          <p:nvPr/>
        </p:nvSpPr>
        <p:spPr>
          <a:xfrm>
            <a:off x="4219153" y="1460079"/>
            <a:ext cx="2547164" cy="669000"/>
          </a:xfrm>
          <a:prstGeom prst="chevron">
            <a:avLst>
              <a:gd name="adj" fmla="val 50000"/>
            </a:avLst>
          </a:pr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a:solidFill>
                  <a:srgbClr val="FFFFFF"/>
                </a:solidFill>
                <a:latin typeface="Roboto"/>
                <a:ea typeface="Roboto"/>
                <a:cs typeface="Roboto"/>
              </a:rPr>
              <a:t>Technical Matching</a:t>
            </a:r>
          </a:p>
        </p:txBody>
      </p:sp>
      <p:sp>
        <p:nvSpPr>
          <p:cNvPr id="4" name="Google Shape;81;p16">
            <a:extLst>
              <a:ext uri="{FF2B5EF4-FFF2-40B4-BE49-F238E27FC236}">
                <a16:creationId xmlns:a16="http://schemas.microsoft.com/office/drawing/2014/main" id="{E67BB8EF-D6DA-E94B-AC77-CA6AD91E1F7B}"/>
              </a:ext>
            </a:extLst>
          </p:cNvPr>
          <p:cNvSpPr/>
          <p:nvPr/>
        </p:nvSpPr>
        <p:spPr>
          <a:xfrm>
            <a:off x="4219153" y="1460079"/>
            <a:ext cx="2547164" cy="669000"/>
          </a:xfrm>
          <a:prstGeom prst="chevron">
            <a:avLst>
              <a:gd name="adj" fmla="val 50000"/>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b="1">
                <a:solidFill>
                  <a:srgbClr val="FFFFFF"/>
                </a:solidFill>
                <a:latin typeface="Roboto"/>
                <a:ea typeface="Roboto"/>
                <a:cs typeface="Roboto"/>
              </a:rPr>
              <a:t>Technical Matching</a:t>
            </a:r>
          </a:p>
        </p:txBody>
      </p:sp>
      <p:sp>
        <p:nvSpPr>
          <p:cNvPr id="5" name="Google Shape;82;p16">
            <a:extLst>
              <a:ext uri="{FF2B5EF4-FFF2-40B4-BE49-F238E27FC236}">
                <a16:creationId xmlns:a16="http://schemas.microsoft.com/office/drawing/2014/main" id="{C90FAA31-C48C-0E13-BC14-03925445D341}"/>
              </a:ext>
            </a:extLst>
          </p:cNvPr>
          <p:cNvSpPr txBox="1"/>
          <p:nvPr/>
        </p:nvSpPr>
        <p:spPr>
          <a:xfrm>
            <a:off x="6436924" y="2283014"/>
            <a:ext cx="2236200" cy="2387100"/>
          </a:xfrm>
          <a:prstGeom prst="rect">
            <a:avLst/>
          </a:prstGeom>
          <a:noFill/>
          <a:ln>
            <a:solidFill>
              <a:schemeClr val="bg1"/>
            </a:solidFill>
          </a:ln>
        </p:spPr>
        <p:txBody>
          <a:bodyPr spcFirstLastPara="1" wrap="square" lIns="91425" tIns="91425" rIns="91425" bIns="91425" anchor="t" anchorCtr="0">
            <a:noAutofit/>
          </a:bodyPr>
          <a:lstStyle/>
          <a:p>
            <a:pPr marL="457200" indent="-304800">
              <a:lnSpc>
                <a:spcPct val="114999"/>
              </a:lnSpc>
              <a:buSzPts val="1200"/>
              <a:buFont typeface="Roboto"/>
              <a:buChar char="●"/>
            </a:pPr>
            <a:r>
              <a:rPr lang="en" sz="1200">
                <a:latin typeface="Roboto"/>
                <a:ea typeface="Roboto"/>
                <a:cs typeface="Roboto"/>
              </a:rPr>
              <a:t>Tracked student match acceptance forms and change request forms</a:t>
            </a:r>
            <a:endParaRPr lang="en-US"/>
          </a:p>
          <a:p>
            <a:pPr marL="457200" indent="-304800">
              <a:lnSpc>
                <a:spcPct val="114999"/>
              </a:lnSpc>
              <a:buSzPts val="1200"/>
              <a:buFont typeface="Roboto,Sans-Serif"/>
              <a:buChar char="●"/>
            </a:pPr>
            <a:r>
              <a:rPr lang="en" sz="1200">
                <a:latin typeface="Roboto"/>
                <a:ea typeface="Roboto"/>
                <a:cs typeface="Roboto"/>
              </a:rPr>
              <a:t>Hubs processed </a:t>
            </a:r>
            <a:r>
              <a:rPr lang="en" sz="1200" b="1">
                <a:latin typeface="Roboto"/>
                <a:ea typeface="Roboto"/>
                <a:cs typeface="Roboto"/>
              </a:rPr>
              <a:t>93 </a:t>
            </a:r>
            <a:r>
              <a:rPr lang="en" sz="1200">
                <a:latin typeface="Roboto"/>
                <a:ea typeface="Roboto"/>
                <a:cs typeface="Roboto"/>
              </a:rPr>
              <a:t>change requests (</a:t>
            </a:r>
            <a:r>
              <a:rPr lang="en" sz="1200" b="1">
                <a:latin typeface="Roboto"/>
                <a:ea typeface="Roboto"/>
                <a:cs typeface="Roboto"/>
              </a:rPr>
              <a:t>53</a:t>
            </a:r>
            <a:r>
              <a:rPr lang="en" sz="1200">
                <a:latin typeface="Roboto"/>
                <a:ea typeface="Roboto"/>
                <a:cs typeface="Roboto"/>
              </a:rPr>
              <a:t>% accepted, </a:t>
            </a:r>
            <a:r>
              <a:rPr lang="en" sz="1200" b="1">
                <a:latin typeface="Roboto"/>
                <a:ea typeface="Roboto"/>
                <a:cs typeface="Roboto"/>
              </a:rPr>
              <a:t>47</a:t>
            </a:r>
            <a:r>
              <a:rPr lang="en" sz="1200">
                <a:latin typeface="Roboto"/>
                <a:ea typeface="Roboto"/>
                <a:cs typeface="Roboto"/>
              </a:rPr>
              <a:t>% denied)</a:t>
            </a:r>
          </a:p>
          <a:p>
            <a:pPr marL="457200" indent="-304800">
              <a:lnSpc>
                <a:spcPct val="114999"/>
              </a:lnSpc>
              <a:buSzPts val="1200"/>
              <a:buFont typeface="Roboto"/>
              <a:buChar char="●"/>
            </a:pPr>
            <a:r>
              <a:rPr lang="en" sz="1200" b="1">
                <a:latin typeface="Roboto"/>
                <a:ea typeface="Roboto"/>
                <a:cs typeface="Roboto"/>
              </a:rPr>
              <a:t>1,901 </a:t>
            </a:r>
            <a:r>
              <a:rPr lang="en" sz="1200">
                <a:latin typeface="Roboto"/>
                <a:ea typeface="Roboto"/>
                <a:cs typeface="Roboto"/>
              </a:rPr>
              <a:t>Matches completed </a:t>
            </a:r>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70917" y="164114"/>
            <a:ext cx="7659896" cy="997852"/>
          </a:xfrm>
        </p:spPr>
        <p:txBody>
          <a:bodyPr spcFirstLastPara="1" lIns="91425" tIns="91425" rIns="91425" bIns="91425" anchor="b" anchorCtr="0">
            <a:normAutofit/>
          </a:bodyPr>
          <a:lstStyle/>
          <a:p>
            <a:pPr>
              <a:spcBef>
                <a:spcPts val="0"/>
              </a:spcBef>
            </a:pPr>
            <a:r>
              <a:rPr lang="en"/>
              <a:t>Final matches by hub</a:t>
            </a:r>
            <a:endParaRPr lang="en-US"/>
          </a:p>
        </p:txBody>
      </p:sp>
      <p:sp>
        <p:nvSpPr>
          <p:cNvPr id="109" name="Date Placeholder 3">
            <a:extLst>
              <a:ext uri="{FF2B5EF4-FFF2-40B4-BE49-F238E27FC236}">
                <a16:creationId xmlns:a16="http://schemas.microsoft.com/office/drawing/2014/main" id="{32BB4116-44C3-7265-50C7-DD447AD852F1}"/>
              </a:ext>
            </a:extLst>
          </p:cNvPr>
          <p:cNvSpPr>
            <a:spLocks noGrp="1"/>
          </p:cNvSpPr>
          <p:nvPr>
            <p:ph type="dt" sz="half" idx="10"/>
          </p:nvPr>
        </p:nvSpPr>
        <p:spPr/>
        <p:txBody>
          <a:bodyPr/>
          <a:lstStyle/>
          <a:p>
            <a:pPr>
              <a:spcAft>
                <a:spcPts val="600"/>
              </a:spcAft>
            </a:pPr>
            <a:fld id="{F680218C-739D-4052-AC9B-F0C19459F05B}" type="datetime1">
              <a:rPr lang="en-US"/>
              <a:pPr>
                <a:spcAft>
                  <a:spcPts val="600"/>
                </a:spcAft>
              </a:pPr>
              <a:t>7/8/2026</a:t>
            </a:fld>
            <a:endParaRPr lang="en-US"/>
          </a:p>
        </p:txBody>
      </p:sp>
      <p:sp>
        <p:nvSpPr>
          <p:cNvPr id="111" name="Footer Placeholder 4">
            <a:extLst>
              <a:ext uri="{FF2B5EF4-FFF2-40B4-BE49-F238E27FC236}">
                <a16:creationId xmlns:a16="http://schemas.microsoft.com/office/drawing/2014/main" id="{3F5DDD96-936A-4EBA-A6FB-98A3FBE9ADAE}"/>
              </a:ext>
            </a:extLst>
          </p:cNvPr>
          <p:cNvSpPr>
            <a:spLocks noGrp="1"/>
          </p:cNvSpPr>
          <p:nvPr>
            <p:ph type="ftr" sz="quarter" idx="11"/>
          </p:nvPr>
        </p:nvSpPr>
        <p:spPr/>
        <p:txBody>
          <a:bodyPr/>
          <a:lstStyle/>
          <a:p>
            <a:pPr>
              <a:spcAft>
                <a:spcPts val="600"/>
              </a:spcAft>
            </a:pPr>
            <a:r>
              <a:rPr lang="en-US"/>
              <a:t>
              </a:t>
            </a:r>
          </a:p>
        </p:txBody>
      </p:sp>
      <p:sp>
        <p:nvSpPr>
          <p:cNvPr id="103" name="Google Shape;103;p18"/>
          <p:cNvSpPr txBox="1">
            <a:spLocks noGrp="1"/>
          </p:cNvSpPr>
          <p:nvPr>
            <p:ph type="sldNum" sz="quarter" idx="12"/>
          </p:nvPr>
        </p:nvSpPr>
        <p:spPr/>
        <p:txBody>
          <a:bodyPr spcFirstLastPara="1" lIns="91425" tIns="91425" rIns="91425" bIns="91425" anchor="ctr" anchorCtr="0">
            <a:normAutofit/>
          </a:bodyPr>
          <a:lstStyle/>
          <a:p>
            <a:pPr marL="0" lvl="0" indent="0" rtl="0">
              <a:lnSpc>
                <a:spcPct val="90000"/>
              </a:lnSpc>
              <a:spcBef>
                <a:spcPts val="0"/>
              </a:spcBef>
              <a:spcAft>
                <a:spcPts val="600"/>
              </a:spcAft>
              <a:buNone/>
            </a:pPr>
            <a:fld id="{00000000-1234-1234-1234-123412341234}" type="slidenum">
              <a:rPr lang="en" sz="500"/>
              <a:pPr marL="0" lvl="0" indent="0" rtl="0">
                <a:lnSpc>
                  <a:spcPct val="90000"/>
                </a:lnSpc>
                <a:spcBef>
                  <a:spcPts val="0"/>
                </a:spcBef>
                <a:spcAft>
                  <a:spcPts val="600"/>
                </a:spcAft>
                <a:buNone/>
              </a:pPr>
              <a:t>6</a:t>
            </a:fld>
            <a:endParaRPr lang="en" sz="500"/>
          </a:p>
        </p:txBody>
      </p:sp>
      <p:graphicFrame>
        <p:nvGraphicFramePr>
          <p:cNvPr id="104" name="Google Shape;104;p18"/>
          <p:cNvGraphicFramePr/>
          <p:nvPr>
            <p:extLst>
              <p:ext uri="{D42A27DB-BD31-4B8C-83A1-F6EECF244321}">
                <p14:modId xmlns:p14="http://schemas.microsoft.com/office/powerpoint/2010/main" val="3468410154"/>
              </p:ext>
            </p:extLst>
          </p:nvPr>
        </p:nvGraphicFramePr>
        <p:xfrm>
          <a:off x="341244" y="1175460"/>
          <a:ext cx="7680680" cy="2645627"/>
        </p:xfrm>
        <a:graphic>
          <a:graphicData uri="http://schemas.openxmlformats.org/drawingml/2006/table">
            <a:tbl>
              <a:tblPr firstRow="1" bandRow="1">
                <a:tableStyleId>{5C22544A-7EE6-4342-B048-85BDC9FD1C3A}</a:tableStyleId>
              </a:tblPr>
              <a:tblGrid>
                <a:gridCol w="1993783">
                  <a:extLst>
                    <a:ext uri="{9D8B030D-6E8A-4147-A177-3AD203B41FA5}">
                      <a16:colId xmlns:a16="http://schemas.microsoft.com/office/drawing/2014/main" val="20000"/>
                    </a:ext>
                  </a:extLst>
                </a:gridCol>
                <a:gridCol w="1086558">
                  <a:extLst>
                    <a:ext uri="{9D8B030D-6E8A-4147-A177-3AD203B41FA5}">
                      <a16:colId xmlns:a16="http://schemas.microsoft.com/office/drawing/2014/main" val="20001"/>
                    </a:ext>
                  </a:extLst>
                </a:gridCol>
                <a:gridCol w="1244796">
                  <a:extLst>
                    <a:ext uri="{9D8B030D-6E8A-4147-A177-3AD203B41FA5}">
                      <a16:colId xmlns:a16="http://schemas.microsoft.com/office/drawing/2014/main" val="20002"/>
                    </a:ext>
                  </a:extLst>
                </a:gridCol>
                <a:gridCol w="1095727">
                  <a:extLst>
                    <a:ext uri="{9D8B030D-6E8A-4147-A177-3AD203B41FA5}">
                      <a16:colId xmlns:a16="http://schemas.microsoft.com/office/drawing/2014/main" val="2076580613"/>
                    </a:ext>
                  </a:extLst>
                </a:gridCol>
                <a:gridCol w="1176368">
                  <a:extLst>
                    <a:ext uri="{9D8B030D-6E8A-4147-A177-3AD203B41FA5}">
                      <a16:colId xmlns:a16="http://schemas.microsoft.com/office/drawing/2014/main" val="944119163"/>
                    </a:ext>
                  </a:extLst>
                </a:gridCol>
                <a:gridCol w="1083448">
                  <a:extLst>
                    <a:ext uri="{9D8B030D-6E8A-4147-A177-3AD203B41FA5}">
                      <a16:colId xmlns:a16="http://schemas.microsoft.com/office/drawing/2014/main" val="20003"/>
                    </a:ext>
                  </a:extLst>
                </a:gridCol>
              </a:tblGrid>
              <a:tr h="609649">
                <a:tc>
                  <a:txBody>
                    <a:bodyPr/>
                    <a:lstStyle/>
                    <a:p>
                      <a:pPr marL="0" lvl="0" indent="0" algn="l" rtl="0">
                        <a:spcBef>
                          <a:spcPts val="0"/>
                        </a:spcBef>
                        <a:spcAft>
                          <a:spcPts val="0"/>
                        </a:spcAft>
                        <a:buNone/>
                      </a:pPr>
                      <a:r>
                        <a:rPr lang="en" sz="1300" b="1"/>
                        <a:t>Hub</a:t>
                      </a:r>
                      <a:endParaRPr sz="1300" b="1"/>
                    </a:p>
                  </a:txBody>
                  <a:tcPr marL="86261" marR="86261" marT="86261" marB="86261"/>
                </a:tc>
                <a:tc>
                  <a:txBody>
                    <a:bodyPr/>
                    <a:lstStyle/>
                    <a:p>
                      <a:pPr marL="0" lvl="0" indent="0" algn="l">
                        <a:spcBef>
                          <a:spcPts val="0"/>
                        </a:spcBef>
                        <a:spcAft>
                          <a:spcPts val="0"/>
                        </a:spcAft>
                        <a:buNone/>
                      </a:pPr>
                      <a:r>
                        <a:rPr lang="en" sz="1300" b="1"/>
                        <a:t>Pre-Matches</a:t>
                      </a:r>
                      <a:endParaRPr sz="1300"/>
                    </a:p>
                  </a:txBody>
                  <a:tcPr marL="86261" marR="86261" marT="86261" marB="86261"/>
                </a:tc>
                <a:tc>
                  <a:txBody>
                    <a:bodyPr/>
                    <a:lstStyle/>
                    <a:p>
                      <a:pPr marL="0" lvl="0" indent="0" algn="l">
                        <a:spcBef>
                          <a:spcPts val="0"/>
                        </a:spcBef>
                        <a:spcAft>
                          <a:spcPts val="0"/>
                        </a:spcAft>
                        <a:buNone/>
                      </a:pPr>
                      <a:r>
                        <a:rPr lang="en" sz="1300" b="1"/>
                        <a:t>Bulk Match</a:t>
                      </a:r>
                      <a:endParaRPr sz="1300"/>
                    </a:p>
                  </a:txBody>
                  <a:tcPr marL="86261" marR="86261" marT="86261" marB="86261"/>
                </a:tc>
                <a:tc>
                  <a:txBody>
                    <a:bodyPr/>
                    <a:lstStyle/>
                    <a:p>
                      <a:pPr marL="0" lvl="0" indent="0" algn="l">
                        <a:spcBef>
                          <a:spcPts val="0"/>
                        </a:spcBef>
                        <a:spcAft>
                          <a:spcPts val="0"/>
                        </a:spcAft>
                        <a:buNone/>
                      </a:pPr>
                      <a:r>
                        <a:rPr lang="en" sz="1300" b="1" u="none" strike="noStrike" noProof="0">
                          <a:solidFill>
                            <a:schemeClr val="bg1"/>
                          </a:solidFill>
                        </a:rPr>
                        <a:t>Manual Matches</a:t>
                      </a:r>
                      <a:endParaRPr lang="en-US" sz="1300">
                        <a:solidFill>
                          <a:schemeClr val="bg1"/>
                        </a:solidFill>
                      </a:endParaRPr>
                    </a:p>
                  </a:txBody>
                  <a:tcPr marL="86261" marR="86261" marT="86261" marB="86261"/>
                </a:tc>
                <a:tc>
                  <a:txBody>
                    <a:bodyPr/>
                    <a:lstStyle/>
                    <a:p>
                      <a:pPr marL="0" lvl="0" indent="0" algn="l">
                        <a:spcBef>
                          <a:spcPts val="0"/>
                        </a:spcBef>
                        <a:spcAft>
                          <a:spcPts val="0"/>
                        </a:spcAft>
                        <a:buNone/>
                      </a:pPr>
                      <a:r>
                        <a:rPr lang="en" sz="1300" b="1" u="none" strike="noStrike" noProof="0">
                          <a:solidFill>
                            <a:schemeClr val="bg1"/>
                          </a:solidFill>
                        </a:rPr>
                        <a:t>Rematches</a:t>
                      </a:r>
                      <a:endParaRPr lang="en" sz="1300" b="1" i="0" u="none" strike="noStrike" noProof="0">
                        <a:solidFill>
                          <a:schemeClr val="bg1"/>
                        </a:solidFill>
                        <a:latin typeface="Arial"/>
                      </a:endParaRPr>
                    </a:p>
                  </a:txBody>
                  <a:tcPr marL="86261" marR="86261" marT="86261" marB="86261"/>
                </a:tc>
                <a:tc>
                  <a:txBody>
                    <a:bodyPr/>
                    <a:lstStyle/>
                    <a:p>
                      <a:pPr marL="0" lvl="0" indent="0" algn="l">
                        <a:spcBef>
                          <a:spcPts val="0"/>
                        </a:spcBef>
                        <a:spcAft>
                          <a:spcPts val="0"/>
                        </a:spcAft>
                        <a:buNone/>
                      </a:pPr>
                      <a:r>
                        <a:rPr lang="en" sz="1300" b="1"/>
                        <a:t>Total</a:t>
                      </a:r>
                      <a:endParaRPr sz="1300"/>
                    </a:p>
                  </a:txBody>
                  <a:tcPr marL="86261" marR="86261" marT="86261" marB="86261"/>
                </a:tc>
                <a:extLst>
                  <a:ext uri="{0D108BD9-81ED-4DB2-BD59-A6C34878D82A}">
                    <a16:rowId xmlns:a16="http://schemas.microsoft.com/office/drawing/2014/main" val="10000"/>
                  </a:ext>
                </a:extLst>
              </a:tr>
              <a:tr h="609649">
                <a:tc>
                  <a:txBody>
                    <a:bodyPr/>
                    <a:lstStyle/>
                    <a:p>
                      <a:pPr marL="0" lvl="0" indent="0" algn="l" rtl="0">
                        <a:spcBef>
                          <a:spcPts val="0"/>
                        </a:spcBef>
                        <a:spcAft>
                          <a:spcPts val="0"/>
                        </a:spcAft>
                        <a:buNone/>
                      </a:pPr>
                      <a:r>
                        <a:rPr lang="en" sz="1300"/>
                        <a:t>Community And Social Services</a:t>
                      </a:r>
                      <a:endParaRPr sz="1300"/>
                    </a:p>
                  </a:txBody>
                  <a:tcPr marL="86261" marR="86261" marT="86261" marB="86261"/>
                </a:tc>
                <a:tc>
                  <a:txBody>
                    <a:bodyPr/>
                    <a:lstStyle/>
                    <a:p>
                      <a:pPr marL="0" lvl="0" indent="0" algn="l" rtl="0">
                        <a:spcBef>
                          <a:spcPts val="0"/>
                        </a:spcBef>
                        <a:spcAft>
                          <a:spcPts val="0"/>
                        </a:spcAft>
                        <a:buNone/>
                      </a:pPr>
                      <a:r>
                        <a:rPr lang="en-US" sz="1300"/>
                        <a:t>119</a:t>
                      </a:r>
                      <a:endParaRPr sz="1300"/>
                    </a:p>
                  </a:txBody>
                  <a:tcPr marL="86261" marR="86261" marT="86261" marB="86261"/>
                </a:tc>
                <a:tc>
                  <a:txBody>
                    <a:bodyPr/>
                    <a:lstStyle/>
                    <a:p>
                      <a:pPr marL="0" lvl="0" indent="0" algn="l">
                        <a:spcBef>
                          <a:spcPts val="0"/>
                        </a:spcBef>
                        <a:spcAft>
                          <a:spcPts val="0"/>
                        </a:spcAft>
                        <a:buNone/>
                      </a:pPr>
                      <a:r>
                        <a:rPr lang="en-US" sz="1300"/>
                        <a:t>233</a:t>
                      </a:r>
                      <a:endParaRPr sz="1300"/>
                    </a:p>
                  </a:txBody>
                  <a:tcPr marL="86261" marR="86261" marT="86261" marB="86261"/>
                </a:tc>
                <a:tc>
                  <a:txBody>
                    <a:bodyPr/>
                    <a:lstStyle/>
                    <a:p>
                      <a:pPr marL="0" lvl="0" indent="0" algn="l">
                        <a:spcBef>
                          <a:spcPts val="0"/>
                        </a:spcBef>
                        <a:spcAft>
                          <a:spcPts val="0"/>
                        </a:spcAft>
                        <a:buNone/>
                      </a:pPr>
                      <a:r>
                        <a:rPr lang="en-US" sz="1300"/>
                        <a:t>32</a:t>
                      </a:r>
                      <a:endParaRPr sz="1300"/>
                    </a:p>
                  </a:txBody>
                  <a:tcPr marL="86261" marR="86261" marT="86261" marB="86261"/>
                </a:tc>
                <a:tc>
                  <a:txBody>
                    <a:bodyPr/>
                    <a:lstStyle/>
                    <a:p>
                      <a:pPr marL="0" lvl="0" indent="0" algn="l">
                        <a:spcBef>
                          <a:spcPts val="0"/>
                        </a:spcBef>
                        <a:spcAft>
                          <a:spcPts val="0"/>
                        </a:spcAft>
                        <a:buNone/>
                      </a:pPr>
                      <a:r>
                        <a:rPr lang="en-US" sz="1300"/>
                        <a:t>36</a:t>
                      </a:r>
                      <a:endParaRPr sz="1300"/>
                    </a:p>
                  </a:txBody>
                  <a:tcPr marL="86261" marR="86261" marT="86261" marB="86261"/>
                </a:tc>
                <a:tc>
                  <a:txBody>
                    <a:bodyPr/>
                    <a:lstStyle/>
                    <a:p>
                      <a:pPr marL="0" lvl="0" indent="0" algn="l" rtl="0">
                        <a:spcBef>
                          <a:spcPts val="0"/>
                        </a:spcBef>
                        <a:spcAft>
                          <a:spcPts val="0"/>
                        </a:spcAft>
                        <a:buNone/>
                      </a:pPr>
                      <a:r>
                        <a:rPr lang="en-US" sz="1300"/>
                        <a:t>420</a:t>
                      </a:r>
                      <a:endParaRPr sz="1300"/>
                    </a:p>
                  </a:txBody>
                  <a:tcPr marL="86261" marR="86261" marT="86261" marB="86261"/>
                </a:tc>
                <a:extLst>
                  <a:ext uri="{0D108BD9-81ED-4DB2-BD59-A6C34878D82A}">
                    <a16:rowId xmlns:a16="http://schemas.microsoft.com/office/drawing/2014/main" val="10001"/>
                  </a:ext>
                </a:extLst>
              </a:tr>
              <a:tr h="609649">
                <a:tc>
                  <a:txBody>
                    <a:bodyPr/>
                    <a:lstStyle/>
                    <a:p>
                      <a:pPr marL="0" lvl="0" indent="0" algn="l" rtl="0">
                        <a:spcBef>
                          <a:spcPts val="0"/>
                        </a:spcBef>
                        <a:spcAft>
                          <a:spcPts val="0"/>
                        </a:spcAft>
                        <a:buNone/>
                      </a:pPr>
                      <a:r>
                        <a:rPr lang="en" sz="1300"/>
                        <a:t>Marketing and Communications</a:t>
                      </a:r>
                      <a:endParaRPr sz="1300"/>
                    </a:p>
                  </a:txBody>
                  <a:tcPr marL="86261" marR="86261" marT="86261" marB="86261"/>
                </a:tc>
                <a:tc>
                  <a:txBody>
                    <a:bodyPr/>
                    <a:lstStyle/>
                    <a:p>
                      <a:pPr marL="0" lvl="0" indent="0" algn="l" rtl="0">
                        <a:spcBef>
                          <a:spcPts val="0"/>
                        </a:spcBef>
                        <a:spcAft>
                          <a:spcPts val="0"/>
                        </a:spcAft>
                        <a:buNone/>
                      </a:pPr>
                      <a:r>
                        <a:rPr lang="en-US" sz="1300"/>
                        <a:t>17</a:t>
                      </a:r>
                      <a:endParaRPr sz="1300"/>
                    </a:p>
                  </a:txBody>
                  <a:tcPr marL="86261" marR="86261" marT="86261" marB="86261"/>
                </a:tc>
                <a:tc>
                  <a:txBody>
                    <a:bodyPr/>
                    <a:lstStyle/>
                    <a:p>
                      <a:pPr marL="0" lvl="0" indent="0" algn="l">
                        <a:spcBef>
                          <a:spcPts val="0"/>
                        </a:spcBef>
                        <a:spcAft>
                          <a:spcPts val="0"/>
                        </a:spcAft>
                        <a:buNone/>
                      </a:pPr>
                      <a:r>
                        <a:rPr lang="en-US" sz="1300"/>
                        <a:t>410</a:t>
                      </a:r>
                      <a:endParaRPr sz="1300"/>
                    </a:p>
                  </a:txBody>
                  <a:tcPr marL="86261" marR="86261" marT="86261" marB="86261"/>
                </a:tc>
                <a:tc>
                  <a:txBody>
                    <a:bodyPr/>
                    <a:lstStyle/>
                    <a:p>
                      <a:pPr marL="0" lvl="0" indent="0" algn="l">
                        <a:spcBef>
                          <a:spcPts val="0"/>
                        </a:spcBef>
                        <a:spcAft>
                          <a:spcPts val="0"/>
                        </a:spcAft>
                        <a:buNone/>
                      </a:pPr>
                      <a:r>
                        <a:rPr lang="en-US" sz="1300"/>
                        <a:t>37</a:t>
                      </a:r>
                      <a:endParaRPr sz="1300"/>
                    </a:p>
                  </a:txBody>
                  <a:tcPr marL="86261" marR="86261" marT="86261" marB="86261"/>
                </a:tc>
                <a:tc>
                  <a:txBody>
                    <a:bodyPr/>
                    <a:lstStyle/>
                    <a:p>
                      <a:pPr marL="0" lvl="0" indent="0" algn="l">
                        <a:spcBef>
                          <a:spcPts val="0"/>
                        </a:spcBef>
                        <a:spcAft>
                          <a:spcPts val="0"/>
                        </a:spcAft>
                        <a:buNone/>
                      </a:pPr>
                      <a:r>
                        <a:rPr lang="en-US" sz="1300"/>
                        <a:t>57</a:t>
                      </a:r>
                      <a:endParaRPr sz="1300"/>
                    </a:p>
                  </a:txBody>
                  <a:tcPr marL="86261" marR="86261" marT="86261" marB="86261"/>
                </a:tc>
                <a:tc>
                  <a:txBody>
                    <a:bodyPr/>
                    <a:lstStyle/>
                    <a:p>
                      <a:pPr marL="0" lvl="0" indent="0" algn="l" rtl="0">
                        <a:spcBef>
                          <a:spcPts val="0"/>
                        </a:spcBef>
                        <a:spcAft>
                          <a:spcPts val="0"/>
                        </a:spcAft>
                        <a:buNone/>
                      </a:pPr>
                      <a:r>
                        <a:rPr lang="en-US" sz="1300"/>
                        <a:t>521</a:t>
                      </a:r>
                      <a:endParaRPr sz="1300"/>
                    </a:p>
                  </a:txBody>
                  <a:tcPr marL="86261" marR="86261" marT="86261" marB="86261"/>
                </a:tc>
                <a:extLst>
                  <a:ext uri="{0D108BD9-81ED-4DB2-BD59-A6C34878D82A}">
                    <a16:rowId xmlns:a16="http://schemas.microsoft.com/office/drawing/2014/main" val="10002"/>
                  </a:ext>
                </a:extLst>
              </a:tr>
              <a:tr h="408340">
                <a:tc>
                  <a:txBody>
                    <a:bodyPr/>
                    <a:lstStyle/>
                    <a:p>
                      <a:pPr marL="0" lvl="0" indent="0" algn="l" rtl="0">
                        <a:spcBef>
                          <a:spcPts val="0"/>
                        </a:spcBef>
                        <a:spcAft>
                          <a:spcPts val="0"/>
                        </a:spcAft>
                        <a:buNone/>
                      </a:pPr>
                      <a:r>
                        <a:rPr lang="en" sz="1300"/>
                        <a:t>STEM &amp; Green</a:t>
                      </a:r>
                      <a:endParaRPr sz="1300"/>
                    </a:p>
                  </a:txBody>
                  <a:tcPr marL="86261" marR="86261" marT="86261" marB="86261"/>
                </a:tc>
                <a:tc>
                  <a:txBody>
                    <a:bodyPr/>
                    <a:lstStyle/>
                    <a:p>
                      <a:pPr marL="0" lvl="0" indent="0" algn="l" rtl="0">
                        <a:spcBef>
                          <a:spcPts val="0"/>
                        </a:spcBef>
                        <a:spcAft>
                          <a:spcPts val="0"/>
                        </a:spcAft>
                        <a:buNone/>
                      </a:pPr>
                      <a:r>
                        <a:rPr lang="en-US" sz="1300"/>
                        <a:t>129</a:t>
                      </a:r>
                      <a:endParaRPr sz="1300"/>
                    </a:p>
                  </a:txBody>
                  <a:tcPr marL="86261" marR="86261" marT="86261" marB="86261"/>
                </a:tc>
                <a:tc>
                  <a:txBody>
                    <a:bodyPr/>
                    <a:lstStyle/>
                    <a:p>
                      <a:pPr marL="0" lvl="0" indent="0" algn="l">
                        <a:spcBef>
                          <a:spcPts val="0"/>
                        </a:spcBef>
                        <a:spcAft>
                          <a:spcPts val="0"/>
                        </a:spcAft>
                        <a:buNone/>
                      </a:pPr>
                      <a:r>
                        <a:rPr lang="en-US" sz="1300"/>
                        <a:t>271</a:t>
                      </a:r>
                      <a:endParaRPr sz="1300"/>
                    </a:p>
                  </a:txBody>
                  <a:tcPr marL="86261" marR="86261" marT="86261" marB="86261"/>
                </a:tc>
                <a:tc>
                  <a:txBody>
                    <a:bodyPr/>
                    <a:lstStyle/>
                    <a:p>
                      <a:pPr marL="0" lvl="0" indent="0" algn="l">
                        <a:spcBef>
                          <a:spcPts val="0"/>
                        </a:spcBef>
                        <a:spcAft>
                          <a:spcPts val="0"/>
                        </a:spcAft>
                        <a:buNone/>
                      </a:pPr>
                      <a:r>
                        <a:rPr lang="en-US" sz="1300"/>
                        <a:t>19</a:t>
                      </a:r>
                      <a:endParaRPr sz="1300"/>
                    </a:p>
                  </a:txBody>
                  <a:tcPr marL="86261" marR="86261" marT="86261" marB="86261"/>
                </a:tc>
                <a:tc>
                  <a:txBody>
                    <a:bodyPr/>
                    <a:lstStyle/>
                    <a:p>
                      <a:pPr marL="0" lvl="0" indent="0" algn="l">
                        <a:spcBef>
                          <a:spcPts val="0"/>
                        </a:spcBef>
                        <a:spcAft>
                          <a:spcPts val="0"/>
                        </a:spcAft>
                        <a:buNone/>
                      </a:pPr>
                      <a:r>
                        <a:rPr lang="en-US" sz="1300"/>
                        <a:t>41</a:t>
                      </a:r>
                      <a:endParaRPr sz="1300"/>
                    </a:p>
                  </a:txBody>
                  <a:tcPr marL="86261" marR="86261" marT="86261" marB="86261"/>
                </a:tc>
                <a:tc>
                  <a:txBody>
                    <a:bodyPr/>
                    <a:lstStyle/>
                    <a:p>
                      <a:pPr marL="0" lvl="0" indent="0" algn="l" rtl="0">
                        <a:spcBef>
                          <a:spcPts val="0"/>
                        </a:spcBef>
                        <a:spcAft>
                          <a:spcPts val="0"/>
                        </a:spcAft>
                        <a:buNone/>
                      </a:pPr>
                      <a:r>
                        <a:rPr lang="en-US" sz="1300"/>
                        <a:t>460</a:t>
                      </a:r>
                      <a:endParaRPr sz="1300"/>
                    </a:p>
                  </a:txBody>
                  <a:tcPr marL="86261" marR="86261" marT="86261" marB="86261"/>
                </a:tc>
                <a:extLst>
                  <a:ext uri="{0D108BD9-81ED-4DB2-BD59-A6C34878D82A}">
                    <a16:rowId xmlns:a16="http://schemas.microsoft.com/office/drawing/2014/main" val="10003"/>
                  </a:ext>
                </a:extLst>
              </a:tr>
              <a:tr h="408340">
                <a:tc>
                  <a:txBody>
                    <a:bodyPr/>
                    <a:lstStyle/>
                    <a:p>
                      <a:pPr marL="0" lvl="0" indent="0" algn="l" rtl="0">
                        <a:spcBef>
                          <a:spcPts val="0"/>
                        </a:spcBef>
                        <a:spcAft>
                          <a:spcPts val="0"/>
                        </a:spcAft>
                        <a:buNone/>
                      </a:pPr>
                      <a:r>
                        <a:rPr lang="en" sz="1300"/>
                        <a:t>Healthcare</a:t>
                      </a:r>
                      <a:endParaRPr sz="1300"/>
                    </a:p>
                  </a:txBody>
                  <a:tcPr marL="86261" marR="86261" marT="86261" marB="86261"/>
                </a:tc>
                <a:tc>
                  <a:txBody>
                    <a:bodyPr/>
                    <a:lstStyle/>
                    <a:p>
                      <a:pPr marL="0" lvl="0" indent="0" algn="l" rtl="0">
                        <a:spcBef>
                          <a:spcPts val="0"/>
                        </a:spcBef>
                        <a:spcAft>
                          <a:spcPts val="0"/>
                        </a:spcAft>
                        <a:buNone/>
                      </a:pPr>
                      <a:r>
                        <a:rPr lang="en-US" sz="1300"/>
                        <a:t>56</a:t>
                      </a:r>
                      <a:endParaRPr sz="1300"/>
                    </a:p>
                  </a:txBody>
                  <a:tcPr marL="86261" marR="86261" marT="86261" marB="86261"/>
                </a:tc>
                <a:tc>
                  <a:txBody>
                    <a:bodyPr/>
                    <a:lstStyle/>
                    <a:p>
                      <a:pPr marL="0" lvl="0" indent="0" algn="l">
                        <a:spcBef>
                          <a:spcPts val="0"/>
                        </a:spcBef>
                        <a:spcAft>
                          <a:spcPts val="0"/>
                        </a:spcAft>
                        <a:buNone/>
                      </a:pPr>
                      <a:r>
                        <a:rPr lang="en-US" sz="1300"/>
                        <a:t>315</a:t>
                      </a:r>
                      <a:endParaRPr sz="1300"/>
                    </a:p>
                  </a:txBody>
                  <a:tcPr marL="86261" marR="86261" marT="86261" marB="86261"/>
                </a:tc>
                <a:tc>
                  <a:txBody>
                    <a:bodyPr/>
                    <a:lstStyle/>
                    <a:p>
                      <a:pPr marL="0" lvl="0" indent="0" algn="l">
                        <a:spcBef>
                          <a:spcPts val="0"/>
                        </a:spcBef>
                        <a:spcAft>
                          <a:spcPts val="0"/>
                        </a:spcAft>
                        <a:buNone/>
                      </a:pPr>
                      <a:r>
                        <a:rPr lang="en-US" sz="1300"/>
                        <a:t>52</a:t>
                      </a:r>
                      <a:endParaRPr sz="1300"/>
                    </a:p>
                  </a:txBody>
                  <a:tcPr marL="86261" marR="86261" marT="86261" marB="86261"/>
                </a:tc>
                <a:tc>
                  <a:txBody>
                    <a:bodyPr/>
                    <a:lstStyle/>
                    <a:p>
                      <a:pPr marL="0" lvl="0" indent="0" algn="l">
                        <a:spcBef>
                          <a:spcPts val="0"/>
                        </a:spcBef>
                        <a:spcAft>
                          <a:spcPts val="0"/>
                        </a:spcAft>
                        <a:buNone/>
                      </a:pPr>
                      <a:r>
                        <a:rPr lang="en-US" sz="1300"/>
                        <a:t>77</a:t>
                      </a:r>
                      <a:endParaRPr sz="1300"/>
                    </a:p>
                  </a:txBody>
                  <a:tcPr marL="86261" marR="86261" marT="86261" marB="86261"/>
                </a:tc>
                <a:tc>
                  <a:txBody>
                    <a:bodyPr/>
                    <a:lstStyle/>
                    <a:p>
                      <a:pPr marL="0" lvl="0" indent="0" algn="l" rtl="0">
                        <a:spcBef>
                          <a:spcPts val="0"/>
                        </a:spcBef>
                        <a:spcAft>
                          <a:spcPts val="0"/>
                        </a:spcAft>
                        <a:buNone/>
                      </a:pPr>
                      <a:r>
                        <a:rPr lang="en-US" sz="1300"/>
                        <a:t>500</a:t>
                      </a:r>
                      <a:endParaRPr sz="1300"/>
                    </a:p>
                  </a:txBody>
                  <a:tcPr marL="86261" marR="86261" marT="86261" marB="86261"/>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473AD09A-2439-25C1-2495-F8CB4F742D35}"/>
              </a:ext>
            </a:extLst>
          </p:cNvPr>
          <p:cNvSpPr txBox="1"/>
          <p:nvPr/>
        </p:nvSpPr>
        <p:spPr>
          <a:xfrm>
            <a:off x="341580" y="3954050"/>
            <a:ext cx="83117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venir Next LT Pro Light"/>
              </a:rPr>
              <a:t>InPlace</a:t>
            </a:r>
            <a:r>
              <a:rPr lang="en-US">
                <a:latin typeface="Avenir Next LT Pro Light"/>
              </a:rPr>
              <a:t> Bulk Matching accounts for </a:t>
            </a:r>
            <a:r>
              <a:rPr lang="en-US" b="1">
                <a:latin typeface="Avenir Next LT Pro Light"/>
              </a:rPr>
              <a:t>65%</a:t>
            </a:r>
            <a:r>
              <a:rPr lang="en-US">
                <a:latin typeface="Avenir Next LT Pro Light"/>
              </a:rPr>
              <a:t> of all matches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045E6E14-9489-3604-95D3-CAA369BB88BB}"/>
            </a:ext>
          </a:extLst>
        </p:cNvPr>
        <p:cNvGrpSpPr/>
        <p:nvPr/>
      </p:nvGrpSpPr>
      <p:grpSpPr>
        <a:xfrm>
          <a:off x="0" y="0"/>
          <a:ext cx="0" cy="0"/>
          <a:chOff x="0" y="0"/>
          <a:chExt cx="0" cy="0"/>
        </a:xfrm>
      </p:grpSpPr>
      <p:sp>
        <p:nvSpPr>
          <p:cNvPr id="101" name="Google Shape;101;p18">
            <a:extLst>
              <a:ext uri="{FF2B5EF4-FFF2-40B4-BE49-F238E27FC236}">
                <a16:creationId xmlns:a16="http://schemas.microsoft.com/office/drawing/2014/main" id="{80D90648-7A1A-C229-5F38-1F808692A572}"/>
              </a:ext>
            </a:extLst>
          </p:cNvPr>
          <p:cNvSpPr txBox="1">
            <a:spLocks noGrp="1"/>
          </p:cNvSpPr>
          <p:nvPr>
            <p:ph type="title"/>
          </p:nvPr>
        </p:nvSpPr>
        <p:spPr>
          <a:xfrm>
            <a:off x="467263" y="376030"/>
            <a:ext cx="8448829" cy="993144"/>
          </a:xfrm>
        </p:spPr>
        <p:txBody>
          <a:bodyPr spcFirstLastPara="1" vert="horz" lIns="0" tIns="0" rIns="0" bIns="0" rtlCol="0" anchor="b" anchorCtr="0">
            <a:noAutofit/>
          </a:bodyPr>
          <a:lstStyle/>
          <a:p>
            <a:pPr>
              <a:lnSpc>
                <a:spcPct val="90000"/>
              </a:lnSpc>
            </a:pPr>
            <a:r>
              <a:rPr lang="en-US" sz="3000"/>
              <a:t>Technical walkthrough data</a:t>
            </a:r>
            <a:br>
              <a:rPr lang="en-US" sz="3000"/>
            </a:br>
            <a:r>
              <a:rPr lang="en-US" sz="1400" b="0">
                <a:ea typeface="+mj-lt"/>
                <a:cs typeface="+mj-lt"/>
              </a:rPr>
              <a:t>Clearer Expectations → More Participation</a:t>
            </a:r>
            <a:endParaRPr lang="en-US" sz="1400" b="0"/>
          </a:p>
        </p:txBody>
      </p:sp>
      <p:sp>
        <p:nvSpPr>
          <p:cNvPr id="105" name="Date Placeholder 4">
            <a:extLst>
              <a:ext uri="{FF2B5EF4-FFF2-40B4-BE49-F238E27FC236}">
                <a16:creationId xmlns:a16="http://schemas.microsoft.com/office/drawing/2014/main" id="{53F6D368-DB32-554A-577D-4154C08523D8}"/>
              </a:ext>
            </a:extLst>
          </p:cNvPr>
          <p:cNvSpPr>
            <a:spLocks noGrp="1"/>
          </p:cNvSpPr>
          <p:nvPr>
            <p:ph type="dt" sz="half" idx="10"/>
          </p:nvPr>
        </p:nvSpPr>
        <p:spPr/>
        <p:txBody>
          <a:bodyPr/>
          <a:lstStyle/>
          <a:p>
            <a:pPr>
              <a:spcAft>
                <a:spcPts val="600"/>
              </a:spcAft>
            </a:pPr>
            <a:fld id="{0C88206E-29C9-4067-99EE-A372B6B1E0F7}" type="datetime1">
              <a:rPr lang="en-US"/>
              <a:pPr>
                <a:spcAft>
                  <a:spcPts val="600"/>
                </a:spcAft>
              </a:pPr>
              <a:t>7/8/2026</a:t>
            </a:fld>
            <a:endParaRPr lang="en-US"/>
          </a:p>
        </p:txBody>
      </p:sp>
      <p:sp>
        <p:nvSpPr>
          <p:cNvPr id="106" name="Footer Placeholder 5">
            <a:extLst>
              <a:ext uri="{FF2B5EF4-FFF2-40B4-BE49-F238E27FC236}">
                <a16:creationId xmlns:a16="http://schemas.microsoft.com/office/drawing/2014/main" id="{016CF989-A640-B2D8-7F31-90EC2241DC58}"/>
              </a:ext>
            </a:extLst>
          </p:cNvPr>
          <p:cNvSpPr>
            <a:spLocks noGrp="1"/>
          </p:cNvSpPr>
          <p:nvPr>
            <p:ph type="ftr" sz="quarter" idx="11"/>
          </p:nvPr>
        </p:nvSpPr>
        <p:spPr/>
        <p:txBody>
          <a:bodyPr/>
          <a:lstStyle/>
          <a:p>
            <a:pPr>
              <a:spcAft>
                <a:spcPts val="600"/>
              </a:spcAft>
            </a:pPr>
            <a:r>
              <a:rPr lang="en-US"/>
              <a:t>
              </a:t>
            </a:r>
          </a:p>
        </p:txBody>
      </p:sp>
      <p:sp>
        <p:nvSpPr>
          <p:cNvPr id="103" name="Google Shape;103;p18">
            <a:extLst>
              <a:ext uri="{FF2B5EF4-FFF2-40B4-BE49-F238E27FC236}">
                <a16:creationId xmlns:a16="http://schemas.microsoft.com/office/drawing/2014/main" id="{DAAE9C52-263F-CFBA-8462-E39BF1ACEEF6}"/>
              </a:ext>
            </a:extLst>
          </p:cNvPr>
          <p:cNvSpPr txBox="1">
            <a:spLocks noGrp="1"/>
          </p:cNvSpPr>
          <p:nvPr>
            <p:ph type="sldNum" sz="quarter" idx="12"/>
          </p:nvPr>
        </p:nvSpPr>
        <p:spPr/>
        <p:txBody>
          <a:bodyPr spcFirstLastPara="1" vert="horz" lIns="91440" tIns="45720" rIns="91440" bIns="45720" rtlCol="0" anchor="ctr" anchorCtr="0">
            <a:normAutofit/>
          </a:bodyPr>
          <a:lstStyle/>
          <a:p>
            <a:pPr marL="0" lvl="0" indent="0">
              <a:lnSpc>
                <a:spcPct val="90000"/>
              </a:lnSpc>
              <a:spcAft>
                <a:spcPts val="600"/>
              </a:spcAft>
              <a:buFont typeface="Arial"/>
              <a:buNone/>
            </a:pPr>
            <a:fld id="{00000000-1234-1234-1234-123412341234}" type="slidenum">
              <a:rPr lang="en-US" sz="1200"/>
              <a:pPr marL="0" lvl="0" indent="0">
                <a:lnSpc>
                  <a:spcPct val="90000"/>
                </a:lnSpc>
                <a:spcAft>
                  <a:spcPts val="600"/>
                </a:spcAft>
                <a:buFont typeface="Arial"/>
                <a:buNone/>
              </a:pPr>
              <a:t>7</a:t>
            </a:fld>
            <a:endParaRPr lang="en-US" sz="1200"/>
          </a:p>
        </p:txBody>
      </p:sp>
      <p:sp>
        <p:nvSpPr>
          <p:cNvPr id="2" name="TextBox 1">
            <a:extLst>
              <a:ext uri="{FF2B5EF4-FFF2-40B4-BE49-F238E27FC236}">
                <a16:creationId xmlns:a16="http://schemas.microsoft.com/office/drawing/2014/main" id="{FB21C70C-91DD-D47F-D66E-D3D7CB7DCAC3}"/>
              </a:ext>
            </a:extLst>
          </p:cNvPr>
          <p:cNvSpPr txBox="1"/>
          <p:nvPr/>
        </p:nvSpPr>
        <p:spPr>
          <a:xfrm>
            <a:off x="467263" y="1607135"/>
            <a:ext cx="3661481" cy="3069052"/>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a:bodyPr>
          <a:lstStyle/>
          <a:p>
            <a:pPr marL="285750" indent="-285750">
              <a:lnSpc>
                <a:spcPct val="110000"/>
              </a:lnSpc>
              <a:spcBef>
                <a:spcPts val="1000"/>
              </a:spcBef>
              <a:buFont typeface="Wingdings"/>
              <a:buChar char="ü"/>
            </a:pPr>
            <a:r>
              <a:rPr lang="en-US" b="1" kern="1200">
                <a:solidFill>
                  <a:schemeClr val="tx1"/>
                </a:solidFill>
                <a:latin typeface="+mn-lt"/>
                <a:ea typeface="+mn-ea"/>
                <a:cs typeface="+mn-cs"/>
              </a:rPr>
              <a:t>Total attendance across all sessions:</a:t>
            </a:r>
            <a:r>
              <a:rPr lang="en-US" kern="1200">
                <a:solidFill>
                  <a:schemeClr val="tx1"/>
                </a:solidFill>
                <a:latin typeface="+mn-lt"/>
                <a:ea typeface="+mn-ea"/>
                <a:cs typeface="+mn-cs"/>
              </a:rPr>
              <a:t> </a:t>
            </a:r>
            <a:r>
              <a:rPr lang="en-US" b="1" kern="1200">
                <a:solidFill>
                  <a:schemeClr val="tx1"/>
                </a:solidFill>
                <a:latin typeface="+mn-lt"/>
                <a:ea typeface="+mn-ea"/>
                <a:cs typeface="+mn-cs"/>
              </a:rPr>
              <a:t>1,469 Students (70%)</a:t>
            </a:r>
            <a:endParaRPr lang="en-US" kern="1200">
              <a:solidFill>
                <a:schemeClr val="tx1"/>
              </a:solidFill>
              <a:latin typeface="+mn-lt"/>
              <a:ea typeface="+mn-ea"/>
              <a:cs typeface="+mn-cs"/>
            </a:endParaRPr>
          </a:p>
          <a:p>
            <a:pPr marL="285750" indent="-285750">
              <a:lnSpc>
                <a:spcPct val="110000"/>
              </a:lnSpc>
              <a:spcBef>
                <a:spcPts val="1000"/>
              </a:spcBef>
              <a:buFont typeface="Wingdings"/>
              <a:buChar char="ü"/>
            </a:pPr>
            <a:r>
              <a:rPr lang="en-US" b="1" kern="1200">
                <a:solidFill>
                  <a:schemeClr val="tx1"/>
                </a:solidFill>
                <a:latin typeface="+mn-lt"/>
                <a:ea typeface="+mn-ea"/>
                <a:cs typeface="+mn-cs"/>
              </a:rPr>
              <a:t>30% increase in participation over CSF '25</a:t>
            </a:r>
          </a:p>
          <a:p>
            <a:pPr marL="285750" indent="-285750">
              <a:lnSpc>
                <a:spcPct val="110000"/>
              </a:lnSpc>
              <a:spcBef>
                <a:spcPts val="1000"/>
              </a:spcBef>
              <a:buFont typeface="Wingdings"/>
              <a:buChar char="ü"/>
            </a:pPr>
            <a:r>
              <a:rPr lang="en-US" b="1" kern="1200">
                <a:solidFill>
                  <a:schemeClr val="tx1"/>
                </a:solidFill>
                <a:latin typeface="+mn-lt"/>
                <a:ea typeface="+mn-ea"/>
                <a:cs typeface="+mn-cs"/>
              </a:rPr>
              <a:t>How we set clearer expectations:</a:t>
            </a:r>
          </a:p>
          <a:p>
            <a:pPr marL="742950" lvl="1" indent="-285750">
              <a:lnSpc>
                <a:spcPct val="110000"/>
              </a:lnSpc>
              <a:spcBef>
                <a:spcPts val="1000"/>
              </a:spcBef>
              <a:buFont typeface="Courier New"/>
              <a:buChar char="o"/>
            </a:pPr>
            <a:r>
              <a:rPr lang="en-US" b="1" kern="1200">
                <a:solidFill>
                  <a:schemeClr val="tx1"/>
                </a:solidFill>
                <a:latin typeface="+mn-lt"/>
                <a:ea typeface="+mn-ea"/>
                <a:cs typeface="+mn-cs"/>
              </a:rPr>
              <a:t>Communicated dates at welcome session</a:t>
            </a:r>
            <a:endParaRPr lang="en-US">
              <a:solidFill>
                <a:schemeClr val="tx1"/>
              </a:solidFill>
              <a:ea typeface="+mn-ea"/>
            </a:endParaRPr>
          </a:p>
          <a:p>
            <a:pPr marL="742950" lvl="1" indent="-285750">
              <a:lnSpc>
                <a:spcPct val="110000"/>
              </a:lnSpc>
              <a:spcBef>
                <a:spcPts val="1000"/>
              </a:spcBef>
              <a:buFont typeface="Courier New"/>
              <a:buChar char="o"/>
            </a:pPr>
            <a:r>
              <a:rPr lang="en-US" b="1" kern="1200">
                <a:solidFill>
                  <a:schemeClr val="tx1"/>
                </a:solidFill>
                <a:latin typeface="+mn-lt"/>
                <a:ea typeface="+mn-ea"/>
                <a:cs typeface="+mn-cs"/>
              </a:rPr>
              <a:t>Sent registration earlier</a:t>
            </a:r>
            <a:endParaRPr lang="en-US">
              <a:solidFill>
                <a:schemeClr val="tx1"/>
              </a:solidFill>
              <a:ea typeface="+mn-ea"/>
            </a:endParaRPr>
          </a:p>
          <a:p>
            <a:pPr marL="742950" lvl="1" indent="-285750">
              <a:lnSpc>
                <a:spcPct val="110000"/>
              </a:lnSpc>
              <a:spcBef>
                <a:spcPts val="1000"/>
              </a:spcBef>
              <a:buFont typeface="Courier New"/>
              <a:buChar char="o"/>
            </a:pPr>
            <a:r>
              <a:rPr lang="en-US" b="1" kern="1200">
                <a:solidFill>
                  <a:schemeClr val="tx1"/>
                </a:solidFill>
                <a:latin typeface="+mn-lt"/>
                <a:ea typeface="+mn-ea"/>
                <a:cs typeface="+mn-cs"/>
              </a:rPr>
              <a:t>Made attendance "mandatory"</a:t>
            </a:r>
            <a:endParaRPr lang="en-US">
              <a:solidFill>
                <a:schemeClr val="tx1"/>
              </a:solidFill>
              <a:ea typeface="+mn-ea"/>
            </a:endParaRPr>
          </a:p>
          <a:p>
            <a:pPr>
              <a:lnSpc>
                <a:spcPct val="110000"/>
              </a:lnSpc>
              <a:spcBef>
                <a:spcPts val="1000"/>
              </a:spcBef>
            </a:pPr>
            <a:endParaRPr lang="en-US" kern="1200">
              <a:solidFill>
                <a:schemeClr val="tx1"/>
              </a:solidFill>
              <a:latin typeface="+mn-lt"/>
              <a:ea typeface="+mn-ea"/>
              <a:cs typeface="+mn-cs"/>
            </a:endParaRPr>
          </a:p>
        </p:txBody>
      </p:sp>
      <p:graphicFrame>
        <p:nvGraphicFramePr>
          <p:cNvPr id="3" name="Chart 2">
            <a:extLst>
              <a:ext uri="{FF2B5EF4-FFF2-40B4-BE49-F238E27FC236}">
                <a16:creationId xmlns:a16="http://schemas.microsoft.com/office/drawing/2014/main" id="{82BF2EBF-8DC7-49EA-9497-5FEB07789EE8}"/>
              </a:ext>
            </a:extLst>
          </p:cNvPr>
          <p:cNvGraphicFramePr/>
          <p:nvPr>
            <p:extLst>
              <p:ext uri="{D42A27DB-BD31-4B8C-83A1-F6EECF244321}">
                <p14:modId xmlns:p14="http://schemas.microsoft.com/office/powerpoint/2010/main" val="417142377"/>
              </p:ext>
            </p:extLst>
          </p:nvPr>
        </p:nvGraphicFramePr>
        <p:xfrm>
          <a:off x="4317142" y="1604063"/>
          <a:ext cx="4596848" cy="27853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36101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10" name="Title 109">
            <a:extLst>
              <a:ext uri="{FF2B5EF4-FFF2-40B4-BE49-F238E27FC236}">
                <a16:creationId xmlns:a16="http://schemas.microsoft.com/office/drawing/2014/main" id="{E96AE47B-5212-E0F2-FF9E-829467190F95}"/>
              </a:ext>
            </a:extLst>
          </p:cNvPr>
          <p:cNvSpPr>
            <a:spLocks noGrp="1"/>
          </p:cNvSpPr>
          <p:nvPr>
            <p:ph type="title"/>
          </p:nvPr>
        </p:nvSpPr>
        <p:spPr>
          <a:xfrm>
            <a:off x="264127" y="224107"/>
            <a:ext cx="8437528" cy="971453"/>
          </a:xfrm>
        </p:spPr>
        <p:txBody>
          <a:bodyPr spcFirstLastPara="1" wrap="square" lIns="91425" tIns="91425" rIns="91425" bIns="91425" anchor="ctr" anchorCtr="0">
            <a:noAutofit/>
          </a:bodyPr>
          <a:lstStyle/>
          <a:p>
            <a:r>
              <a:rPr lang="en-US" sz="3200"/>
              <a:t>Lessons learned</a:t>
            </a:r>
          </a:p>
        </p:txBody>
      </p:sp>
      <p:sp>
        <p:nvSpPr>
          <p:cNvPr id="7" name="Content Placeholder 6">
            <a:extLst>
              <a:ext uri="{FF2B5EF4-FFF2-40B4-BE49-F238E27FC236}">
                <a16:creationId xmlns:a16="http://schemas.microsoft.com/office/drawing/2014/main" id="{D11BB899-485C-57B0-3660-36E4F364C779}"/>
              </a:ext>
            </a:extLst>
          </p:cNvPr>
          <p:cNvSpPr>
            <a:spLocks noGrp="1"/>
          </p:cNvSpPr>
          <p:nvPr>
            <p:ph idx="1"/>
          </p:nvPr>
        </p:nvSpPr>
        <p:spPr>
          <a:xfrm>
            <a:off x="264126" y="1091934"/>
            <a:ext cx="7234951" cy="3212504"/>
          </a:xfrm>
        </p:spPr>
        <p:txBody>
          <a:bodyPr vert="horz" lIns="0" tIns="0" rIns="0" bIns="0" rtlCol="0" anchor="t">
            <a:noAutofit/>
          </a:bodyPr>
          <a:lstStyle/>
          <a:p>
            <a:pPr marL="0" indent="0">
              <a:lnSpc>
                <a:spcPct val="100000"/>
              </a:lnSpc>
              <a:spcBef>
                <a:spcPct val="0"/>
              </a:spcBef>
              <a:buNone/>
            </a:pPr>
            <a:r>
              <a:rPr lang="en-US" sz="1800" b="1" cap="all">
                <a:latin typeface="Avenir Next LT Pro"/>
              </a:rPr>
              <a:t>✅</a:t>
            </a:r>
            <a:r>
              <a:rPr lang="en-US" b="1">
                <a:latin typeface="Avenir Next LT Pro"/>
              </a:rPr>
              <a:t>What worked:</a:t>
            </a:r>
            <a:endParaRPr lang="en-US">
              <a:latin typeface="Avenir Next LT Pro"/>
            </a:endParaRPr>
          </a:p>
          <a:p>
            <a:pPr marL="285750" indent="-285750">
              <a:lnSpc>
                <a:spcPct val="100000"/>
              </a:lnSpc>
              <a:spcBef>
                <a:spcPct val="0"/>
              </a:spcBef>
            </a:pPr>
            <a:r>
              <a:rPr lang="en-US" sz="1500" b="1">
                <a:latin typeface="Avenir Next LT Pro"/>
              </a:rPr>
              <a:t>Setting Clearer Expectations about Attendance at Technical Walkthroughs</a:t>
            </a:r>
            <a:r>
              <a:rPr lang="en-US" sz="1500">
                <a:latin typeface="Avenir Next LT Pro"/>
              </a:rPr>
              <a:t>:</a:t>
            </a:r>
            <a:r>
              <a:rPr lang="en-US" sz="1600">
                <a:latin typeface="Avenir Next LT Pro"/>
              </a:rPr>
              <a:t> </a:t>
            </a:r>
            <a:r>
              <a:rPr lang="en-US" sz="1600">
                <a:ea typeface="+mn-lt"/>
                <a:cs typeface="+mn-lt"/>
              </a:rPr>
              <a:t>Student a</a:t>
            </a:r>
            <a:r>
              <a:rPr lang="en-US" sz="1800">
                <a:ea typeface="+mn-lt"/>
                <a:cs typeface="+mn-lt"/>
              </a:rPr>
              <a:t>ttendance increased by 30% compared to the CSF cycle.</a:t>
            </a:r>
          </a:p>
          <a:p>
            <a:pPr marL="285750" indent="-285750">
              <a:lnSpc>
                <a:spcPct val="100000"/>
              </a:lnSpc>
              <a:spcBef>
                <a:spcPct val="0"/>
              </a:spcBef>
            </a:pPr>
            <a:r>
              <a:rPr lang="en-US" sz="1500" b="1">
                <a:latin typeface="Avenir Next LT Pro"/>
              </a:rPr>
              <a:t>Bulk Matching: </a:t>
            </a:r>
            <a:r>
              <a:rPr lang="en-US" sz="1800">
                <a:latin typeface="Avenir Next LT Pro"/>
              </a:rPr>
              <a:t>continued to be both effective and efficient.</a:t>
            </a:r>
          </a:p>
          <a:p>
            <a:pPr marL="0" indent="0">
              <a:lnSpc>
                <a:spcPct val="100000"/>
              </a:lnSpc>
              <a:spcBef>
                <a:spcPct val="0"/>
              </a:spcBef>
              <a:buNone/>
            </a:pPr>
            <a:endParaRPr lang="en-US" sz="1800" b="1">
              <a:latin typeface="Avenir Next LT Pro"/>
            </a:endParaRPr>
          </a:p>
          <a:p>
            <a:pPr marL="0" indent="0">
              <a:lnSpc>
                <a:spcPct val="100000"/>
              </a:lnSpc>
              <a:spcBef>
                <a:spcPct val="0"/>
              </a:spcBef>
              <a:buNone/>
            </a:pPr>
            <a:r>
              <a:rPr lang="en-US" sz="1800" b="1">
                <a:latin typeface="Avenir Next LT Pro"/>
              </a:rPr>
              <a:t>❌</a:t>
            </a:r>
            <a:r>
              <a:rPr lang="en-US" b="1">
                <a:latin typeface="Avenir Next LT Pro"/>
              </a:rPr>
              <a:t>What didn’t work:</a:t>
            </a:r>
            <a:endParaRPr lang="en-US">
              <a:latin typeface="Avenir Next LT Pro"/>
            </a:endParaRPr>
          </a:p>
          <a:p>
            <a:pPr marL="285750" indent="-285750">
              <a:lnSpc>
                <a:spcPct val="100000"/>
              </a:lnSpc>
              <a:spcBef>
                <a:spcPct val="0"/>
              </a:spcBef>
            </a:pPr>
            <a:r>
              <a:rPr lang="en-US" sz="1500" b="1">
                <a:latin typeface="Avenir Next LT Pro"/>
              </a:rPr>
              <a:t>Webinar format for technical walkthroughs</a:t>
            </a:r>
            <a:r>
              <a:rPr lang="en-US" sz="1500">
                <a:latin typeface="Avenir Next LT Pro"/>
              </a:rPr>
              <a:t>:</a:t>
            </a:r>
            <a:r>
              <a:rPr lang="en-US" sz="1600">
                <a:latin typeface="Avenir Next LT Pro"/>
              </a:rPr>
              <a:t> </a:t>
            </a:r>
            <a:r>
              <a:rPr lang="en-US" sz="1800">
                <a:latin typeface="Avenir Next LT Pro"/>
              </a:rPr>
              <a:t>not as effective as hoped.</a:t>
            </a:r>
          </a:p>
          <a:p>
            <a:pPr marL="285750" indent="-285750">
              <a:lnSpc>
                <a:spcPct val="100000"/>
              </a:lnSpc>
              <a:spcBef>
                <a:spcPct val="0"/>
              </a:spcBef>
            </a:pPr>
            <a:r>
              <a:rPr lang="en-US" sz="1500" b="1">
                <a:latin typeface="Avenir Next LT Pro"/>
              </a:rPr>
              <a:t>Technical Issues in </a:t>
            </a:r>
            <a:r>
              <a:rPr lang="en-US" sz="1500" b="1" err="1">
                <a:latin typeface="Avenir Next LT Pro"/>
              </a:rPr>
              <a:t>InPlace</a:t>
            </a:r>
            <a:r>
              <a:rPr lang="en-US" sz="1500" b="1">
                <a:latin typeface="Avenir Next LT Pro"/>
              </a:rPr>
              <a:t>: </a:t>
            </a:r>
            <a:r>
              <a:rPr lang="en-US" sz="1800">
                <a:latin typeface="Avenir Next LT Pro"/>
              </a:rPr>
              <a:t>required temporary workarounds instead of permanent fixes.</a:t>
            </a:r>
          </a:p>
          <a:p>
            <a:pPr marL="285750" indent="-285750">
              <a:lnSpc>
                <a:spcPct val="100000"/>
              </a:lnSpc>
              <a:spcBef>
                <a:spcPct val="0"/>
              </a:spcBef>
            </a:pPr>
            <a:r>
              <a:rPr lang="en-US" sz="1500" b="1">
                <a:latin typeface="Avenir Next LT Pro"/>
              </a:rPr>
              <a:t>Student Preparedness: </a:t>
            </a:r>
            <a:r>
              <a:rPr lang="en-US" sz="1800">
                <a:latin typeface="Avenir Next LT Pro"/>
              </a:rPr>
              <a:t>Some employers noted that students lacked adequate interview skills.</a:t>
            </a:r>
          </a:p>
          <a:p>
            <a:pPr marL="285750" indent="-285750">
              <a:lnSpc>
                <a:spcPct val="100000"/>
              </a:lnSpc>
              <a:spcBef>
                <a:spcPct val="0"/>
              </a:spcBef>
            </a:pPr>
            <a:endParaRPr lang="en-US" sz="1800">
              <a:latin typeface="Avenir Next LT Pro"/>
            </a:endParaRPr>
          </a:p>
          <a:p>
            <a:pPr marL="285750" indent="-285750">
              <a:lnSpc>
                <a:spcPct val="100000"/>
              </a:lnSpc>
              <a:spcBef>
                <a:spcPct val="0"/>
              </a:spcBef>
            </a:pPr>
            <a:endParaRPr lang="en-US" sz="1800">
              <a:latin typeface="Avenir Next LT Pro"/>
            </a:endParaRPr>
          </a:p>
          <a:p>
            <a:pPr>
              <a:lnSpc>
                <a:spcPct val="100000"/>
              </a:lnSpc>
              <a:spcBef>
                <a:spcPct val="0"/>
              </a:spcBef>
            </a:pPr>
            <a:endParaRPr lang="en-US" sz="1800">
              <a:latin typeface="Avenir Next LT Pro"/>
            </a:endParaRPr>
          </a:p>
          <a:p>
            <a:pPr marL="0" indent="0">
              <a:buNone/>
            </a:pPr>
            <a:endParaRPr lang="en-US" sz="4400">
              <a:latin typeface="Avenir Next LT Pro Light"/>
            </a:endParaRPr>
          </a:p>
        </p:txBody>
      </p:sp>
      <p:pic>
        <p:nvPicPr>
          <p:cNvPr id="2" name="Graphic 1" descr="Classroom with solid fill">
            <a:extLst>
              <a:ext uri="{FF2B5EF4-FFF2-40B4-BE49-F238E27FC236}">
                <a16:creationId xmlns:a16="http://schemas.microsoft.com/office/drawing/2014/main" id="{7D7D2719-A709-5E8F-2612-81E85A7CE2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58600" y="3168618"/>
            <a:ext cx="2009831" cy="1971658"/>
          </a:xfrm>
          <a:prstGeom prst="rect">
            <a:avLst/>
          </a:prstGeom>
        </p:spPr>
      </p:pic>
    </p:spTree>
    <p:extLst>
      <p:ext uri="{BB962C8B-B14F-4D97-AF65-F5344CB8AC3E}">
        <p14:creationId xmlns:p14="http://schemas.microsoft.com/office/powerpoint/2010/main" val="3395772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1028701" y="594810"/>
            <a:ext cx="7680677" cy="925116"/>
          </a:xfrm>
        </p:spPr>
        <p:txBody>
          <a:bodyPr spcFirstLastPara="1" lIns="91425" tIns="91425" rIns="91425" bIns="91425" anchor="b" anchorCtr="0">
            <a:normAutofit/>
          </a:bodyPr>
          <a:lstStyle/>
          <a:p>
            <a:pPr marL="0" lvl="0" indent="0" rtl="0">
              <a:lnSpc>
                <a:spcPct val="90000"/>
              </a:lnSpc>
              <a:spcBef>
                <a:spcPts val="0"/>
              </a:spcBef>
              <a:spcAft>
                <a:spcPts val="0"/>
              </a:spcAft>
              <a:buNone/>
            </a:pPr>
            <a:r>
              <a:rPr lang="en-US" sz="2500"/>
              <a:t>Recommendations for Next Cycle</a:t>
            </a:r>
          </a:p>
        </p:txBody>
      </p:sp>
      <p:sp>
        <p:nvSpPr>
          <p:cNvPr id="268" name="Date Placeholder 3">
            <a:extLst>
              <a:ext uri="{FF2B5EF4-FFF2-40B4-BE49-F238E27FC236}">
                <a16:creationId xmlns:a16="http://schemas.microsoft.com/office/drawing/2014/main" id="{A2B9CF01-A7AC-0706-0FAA-27B11CA6CCCF}"/>
              </a:ext>
            </a:extLst>
          </p:cNvPr>
          <p:cNvSpPr>
            <a:spLocks noGrp="1"/>
          </p:cNvSpPr>
          <p:nvPr>
            <p:ph type="dt" sz="half" idx="10"/>
          </p:nvPr>
        </p:nvSpPr>
        <p:spPr>
          <a:xfrm>
            <a:off x="5932583" y="4806877"/>
            <a:ext cx="2776794" cy="336623"/>
          </a:xfrm>
        </p:spPr>
        <p:txBody>
          <a:bodyPr anchor="ctr">
            <a:normAutofit/>
          </a:bodyPr>
          <a:lstStyle/>
          <a:p>
            <a:pPr>
              <a:spcAft>
                <a:spcPts val="600"/>
              </a:spcAft>
            </a:pPr>
            <a:fld id="{33678EAA-E733-4E7A-A08F-A6833AA1B8A2}" type="datetime1">
              <a:rPr lang="en-US"/>
              <a:pPr>
                <a:spcAft>
                  <a:spcPts val="600"/>
                </a:spcAft>
              </a:pPr>
              <a:t>7/8/2026</a:t>
            </a:fld>
            <a:endParaRPr lang="en-US"/>
          </a:p>
        </p:txBody>
      </p:sp>
      <p:sp>
        <p:nvSpPr>
          <p:cNvPr id="269" name="Footer Placeholder 4">
            <a:extLst>
              <a:ext uri="{FF2B5EF4-FFF2-40B4-BE49-F238E27FC236}">
                <a16:creationId xmlns:a16="http://schemas.microsoft.com/office/drawing/2014/main" id="{A7AD64A6-31E7-4CC9-9092-FBECD6817B3E}"/>
              </a:ext>
            </a:extLst>
          </p:cNvPr>
          <p:cNvSpPr>
            <a:spLocks noGrp="1"/>
          </p:cNvSpPr>
          <p:nvPr>
            <p:ph type="ftr" sz="quarter" idx="11"/>
          </p:nvPr>
        </p:nvSpPr>
        <p:spPr>
          <a:xfrm rot="5400000">
            <a:off x="-1371601" y="1434163"/>
            <a:ext cx="3086100" cy="342900"/>
          </a:xfrm>
        </p:spPr>
        <p:txBody>
          <a:bodyPr anchor="ctr">
            <a:normAutofit/>
          </a:bodyPr>
          <a:lstStyle/>
          <a:p>
            <a:pPr>
              <a:lnSpc>
                <a:spcPct val="90000"/>
              </a:lnSpc>
              <a:spcAft>
                <a:spcPts val="600"/>
              </a:spcAft>
            </a:pPr>
            <a:r>
              <a:rPr lang="en-US" sz="600"/>
              <a:t>
              </a:t>
            </a:r>
          </a:p>
        </p:txBody>
      </p:sp>
      <p:sp>
        <p:nvSpPr>
          <p:cNvPr id="118" name="Google Shape;118;p20"/>
          <p:cNvSpPr txBox="1">
            <a:spLocks noGrp="1"/>
          </p:cNvSpPr>
          <p:nvPr>
            <p:ph type="sldNum" sz="quarter" idx="12"/>
          </p:nvPr>
        </p:nvSpPr>
        <p:spPr>
          <a:xfrm>
            <a:off x="8752259" y="4806556"/>
            <a:ext cx="328989" cy="336623"/>
          </a:xfrm>
        </p:spPr>
        <p:txBody>
          <a:bodyPr spcFirstLastPara="1" lIns="91425" tIns="91425" rIns="91425" bIns="91425" anchor="ctr" anchorCtr="0">
            <a:normAutofit/>
          </a:bodyPr>
          <a:lstStyle/>
          <a:p>
            <a:pPr>
              <a:lnSpc>
                <a:spcPct val="90000"/>
              </a:lnSpc>
              <a:spcAft>
                <a:spcPts val="600"/>
              </a:spcAft>
            </a:pPr>
            <a:fld id="{00000000-1234-1234-1234-123412341234}" type="slidenum">
              <a:rPr lang="en" sz="500"/>
              <a:pPr>
                <a:lnSpc>
                  <a:spcPct val="90000"/>
                </a:lnSpc>
                <a:spcAft>
                  <a:spcPts val="600"/>
                </a:spcAft>
              </a:pPr>
              <a:t>9</a:t>
            </a:fld>
            <a:endParaRPr lang="en" sz="500"/>
          </a:p>
        </p:txBody>
      </p:sp>
      <p:graphicFrame>
        <p:nvGraphicFramePr>
          <p:cNvPr id="266" name="TextBox 263">
            <a:extLst>
              <a:ext uri="{FF2B5EF4-FFF2-40B4-BE49-F238E27FC236}">
                <a16:creationId xmlns:a16="http://schemas.microsoft.com/office/drawing/2014/main" id="{1242819E-B467-B46A-3596-1531225831C8}"/>
              </a:ext>
            </a:extLst>
          </p:cNvPr>
          <p:cNvGraphicFramePr/>
          <p:nvPr>
            <p:extLst>
              <p:ext uri="{D42A27DB-BD31-4B8C-83A1-F6EECF244321}">
                <p14:modId xmlns:p14="http://schemas.microsoft.com/office/powerpoint/2010/main" val="979102767"/>
              </p:ext>
            </p:extLst>
          </p:nvPr>
        </p:nvGraphicFramePr>
        <p:xfrm>
          <a:off x="1028701" y="1586205"/>
          <a:ext cx="7680677" cy="2967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2733612"/>
      </p:ext>
    </p:extLst>
  </p:cSld>
  <p:clrMapOvr>
    <a:masterClrMapping/>
  </p:clrMapOvr>
</p:sld>
</file>

<file path=ppt/theme/theme1.xml><?xml version="1.0" encoding="utf-8"?>
<a:theme xmlns:a="http://schemas.openxmlformats.org/drawingml/2006/main" name="GradientRiseVTI">
  <a:themeElements>
    <a:clrScheme name="GradientRiseVTI">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VTI">
      <a:majorFont>
        <a:latin typeface="Avenir Next LT Pro"/>
        <a:ea typeface=""/>
        <a:cs typeface=""/>
      </a:majorFont>
      <a:minorFont>
        <a:latin typeface="Avenir Next LT Pro Light"/>
        <a:ea typeface=""/>
        <a:cs typeface=""/>
      </a:minorFont>
    </a:fontScheme>
    <a:fmtScheme name="GradientRi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13C68A69-E745-489A-84EC-B7BCE4AA380B}" vid="{9CF7857A-9412-4E45-AB0D-6EAA5A7DC4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ove xmlns="84e972ec-436b-42ad-8dd5-381ac4917df4" xsi:nil="true"/>
    <lcf76f155ced4ddcb4097134ff3c332f xmlns="84e972ec-436b-42ad-8dd5-381ac4917df4">
      <Terms xmlns="http://schemas.microsoft.com/office/infopath/2007/PartnerControls"/>
    </lcf76f155ced4ddcb4097134ff3c332f>
    <TaxCatchAll xmlns="e0d0ed0b-3648-4ecb-87e4-6bfa4c756d8a" xsi:nil="true"/>
    <SharedWithUsers xmlns="e0d0ed0b-3648-4ecb-87e4-6bfa4c756d8a">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5E6C135764E3E48A05734498A0AD7B2" ma:contentTypeVersion="19" ma:contentTypeDescription="Create a new document." ma:contentTypeScope="" ma:versionID="ad0b25be95522f1fe1ddfa14dadf212c">
  <xsd:schema xmlns:xsd="http://www.w3.org/2001/XMLSchema" xmlns:xs="http://www.w3.org/2001/XMLSchema" xmlns:p="http://schemas.microsoft.com/office/2006/metadata/properties" xmlns:ns2="84e972ec-436b-42ad-8dd5-381ac4917df4" xmlns:ns3="e0d0ed0b-3648-4ecb-87e4-6bfa4c756d8a" targetNamespace="http://schemas.microsoft.com/office/2006/metadata/properties" ma:root="true" ma:fieldsID="aa8fca9f3ecd0179de61a3859abfea24" ns2:_="" ns3:_="">
    <xsd:import namespace="84e972ec-436b-42ad-8dd5-381ac4917df4"/>
    <xsd:import namespace="e0d0ed0b-3648-4ecb-87e4-6bfa4c756d8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ov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e972ec-436b-42ad-8dd5-381ac4917d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2597c87-0a2f-4bcb-98aa-a355c729041f"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ove" ma:index="21" nillable="true" ma:displayName="Phase Group" ma:format="Dropdown" ma:internalName="Move">
      <xsd:complexType>
        <xsd:complexContent>
          <xsd:extension base="dms:MultiChoice">
            <xsd:sequence>
              <xsd:element name="Value" maxOccurs="unbounded" minOccurs="0" nillable="true">
                <xsd:simpleType>
                  <xsd:restriction base="dms:Choice">
                    <xsd:enumeration value="Student Selection"/>
                    <xsd:enumeration value="Student Recruitment"/>
                    <xsd:enumeration value="Onboarding"/>
                    <xsd:enumeration value="Employer R/S/O"/>
                    <xsd:enumeration value="CO Admin"/>
                    <xsd:enumeration value="Hub Support"/>
                    <xsd:enumeration value="Internship"/>
                    <xsd:enumeration value="Matching"/>
                    <xsd:enumeration value="External - Hub"/>
                  </xsd:restriction>
                </xsd:simpleType>
              </xsd:element>
            </xsd:sequence>
          </xsd:extension>
        </xsd:complexContent>
      </xsd:complex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0d0ed0b-3648-4ecb-87e4-6bfa4c756d8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c04f7a27-653b-4368-a011-248aa557796d}" ma:internalName="TaxCatchAll" ma:showField="CatchAllData" ma:web="e0d0ed0b-3648-4ecb-87e4-6bfa4c756d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BD9DC4-3BB9-4CEE-A3AF-56C066BF58BD}">
  <ds:schemaRefs>
    <ds:schemaRef ds:uri="84e972ec-436b-42ad-8dd5-381ac4917df4"/>
    <ds:schemaRef ds:uri="e0d0ed0b-3648-4ecb-87e4-6bfa4c756d8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CEF5D93-4DCD-42B9-B28A-9BBEF3A3E4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e972ec-436b-42ad-8dd5-381ac4917df4"/>
    <ds:schemaRef ds:uri="e0d0ed0b-3648-4ecb-87e4-6bfa4c756d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AA07B1-2852-49E6-8B16-2C93C8C46BB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7</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GradientRiseVTI</vt:lpstr>
      <vt:lpstr>CUNY  career launch 2025</vt:lpstr>
      <vt:lpstr>Agenda </vt:lpstr>
      <vt:lpstr>Goals table</vt:lpstr>
      <vt:lpstr>Matching funnel</vt:lpstr>
      <vt:lpstr>What Happened During matching Phase Group? </vt:lpstr>
      <vt:lpstr>Final matches by hub</vt:lpstr>
      <vt:lpstr>Technical walkthrough data Clearer Expectations → More Participation</vt:lpstr>
      <vt:lpstr>Lessons learned</vt:lpstr>
      <vt:lpstr>Recommendations for Next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2</cp:revision>
  <dcterms:modified xsi:type="dcterms:W3CDTF">2026-07-08T15:26:44Z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0x01010045E6C135764E3E48A05734498A0AD7B2</vt:lpwstr>
  </property>
  <property fmtid="{D5CDD505-2E9C-101B-9397-08002B2CF9AE}" pid="3" name="Order">
    <vt:r8>15900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y fmtid="{D5CDD505-2E9C-101B-9397-08002B2CF9AE}" pid="9" name="MediaServiceImageTags">
    <vt:lpwstr/>
  </property>
</Properties>
</file>